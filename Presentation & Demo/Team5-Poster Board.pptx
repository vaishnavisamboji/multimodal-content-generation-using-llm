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60" r:id="rId6"/>
    <p:sldMasterId id="2147483672" r:id="rId7"/>
  </p:sldMasterIdLst>
  <p:notesMasterIdLst>
    <p:notesMasterId r:id="rId8"/>
  </p:notesMasterIdLst>
  <p:sldIdLst>
    <p:sldId id="256" r:id="rId9"/>
  </p:sldIdLst>
  <p:sldSz cy="32918400" cx="43891200"/>
  <p:notesSz cx="6858000" cy="9144000"/>
  <p:embeddedFontLst>
    <p:embeddedFont>
      <p:font typeface="Arial Narrow"/>
      <p:regular r:id="rId10"/>
      <p:bold r:id="rId11"/>
      <p:italic r:id="rId12"/>
      <p:boldItalic r:id="rId13"/>
    </p:embeddedFont>
    <p:embeddedFont>
      <p:font typeface="Arial Black"/>
      <p:regular r:id="rId1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552">
          <p15:clr>
            <a:srgbClr val="A4A3A4"/>
          </p15:clr>
        </p15:guide>
        <p15:guide id="2" orient="horz" pos="20285">
          <p15:clr>
            <a:srgbClr val="A4A3A4"/>
          </p15:clr>
        </p15:guide>
        <p15:guide id="3" pos="437">
          <p15:clr>
            <a:srgbClr val="A4A3A4"/>
          </p15:clr>
        </p15:guide>
        <p15:guide id="4" pos="6725">
          <p15:clr>
            <a:srgbClr val="A4A3A4"/>
          </p15:clr>
        </p15:guide>
        <p15:guide id="5" pos="7239">
          <p15:clr>
            <a:srgbClr val="A4A3A4"/>
          </p15:clr>
        </p15:guide>
        <p15:guide id="6" pos="13527">
          <p15:clr>
            <a:srgbClr val="A4A3A4"/>
          </p15:clr>
        </p15:guide>
        <p15:guide id="7" pos="14031">
          <p15:clr>
            <a:srgbClr val="A4A3A4"/>
          </p15:clr>
        </p15:guide>
        <p15:guide id="8" pos="20319">
          <p15:clr>
            <a:srgbClr val="A4A3A4"/>
          </p15:clr>
        </p15:guide>
        <p15:guide id="9" pos="20837">
          <p15:clr>
            <a:srgbClr val="A4A3A4"/>
          </p15:clr>
        </p15:guide>
        <p15:guide id="10" pos="27125">
          <p15:clr>
            <a:srgbClr val="A4A3A4"/>
          </p15:clr>
        </p15:guide>
      </p15:sldGuideLst>
    </p:ext>
    <p:ext uri="GoogleSlidesCustomDataVersion2">
      <go:slidesCustomData xmlns:go="http://customooxmlschemas.google.com/" r:id="rId15" roundtripDataSignature="AMtx7mgqfGvUsv1aQNGgi+DbKcacNYsqz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5E8836F-EFEA-4DE6-B9A7-C24379AE4CAB}">
  <a:tblStyle styleId="{05E8836F-EFEA-4DE6-B9A7-C24379AE4CAB}"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552" orient="horz"/>
        <p:guide pos="20285" orient="horz"/>
        <p:guide pos="437"/>
        <p:guide pos="6725"/>
        <p:guide pos="7239"/>
        <p:guide pos="13527"/>
        <p:guide pos="14031"/>
        <p:guide pos="20319"/>
        <p:guide pos="20837"/>
        <p:guide pos="27125"/>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ArialNarrow-bold.fntdata"/><Relationship Id="rId10" Type="http://schemas.openxmlformats.org/officeDocument/2006/relationships/font" Target="fonts/ArialNarrow-regular.fntdata"/><Relationship Id="rId13" Type="http://schemas.openxmlformats.org/officeDocument/2006/relationships/font" Target="fonts/ArialNarrow-boldItalic.fntdata"/><Relationship Id="rId12" Type="http://schemas.openxmlformats.org/officeDocument/2006/relationships/font" Target="fonts/ArialNarrow-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15" Type="http://customschemas.google.com/relationships/presentationmetadata" Target="metadata"/><Relationship Id="rId14" Type="http://schemas.openxmlformats.org/officeDocument/2006/relationships/font" Target="fonts/ArialBlack-regular.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2880" u="none" cap="none" strike="noStrike">
                <a:solidFill>
                  <a:schemeClr val="dk1"/>
                </a:solidFill>
                <a:latin typeface="Arial Narrow"/>
                <a:ea typeface="Arial Narrow"/>
                <a:cs typeface="Arial Narrow"/>
                <a:sym typeface="Arial Narrow"/>
              </a:defRPr>
            </a:lvl2pPr>
            <a:lvl3pPr lvl="2" marR="0" rtl="0" algn="l">
              <a:spcBef>
                <a:spcPts val="0"/>
              </a:spcBef>
              <a:spcAft>
                <a:spcPts val="0"/>
              </a:spcAft>
              <a:buSzPts val="1400"/>
              <a:buNone/>
              <a:defRPr b="0" i="0" sz="2880" u="none" cap="none" strike="noStrike">
                <a:solidFill>
                  <a:schemeClr val="dk1"/>
                </a:solidFill>
                <a:latin typeface="Arial Narrow"/>
                <a:ea typeface="Arial Narrow"/>
                <a:cs typeface="Arial Narrow"/>
                <a:sym typeface="Arial Narrow"/>
              </a:defRPr>
            </a:lvl3pPr>
            <a:lvl4pPr lvl="3" marR="0" rtl="0" algn="l">
              <a:spcBef>
                <a:spcPts val="0"/>
              </a:spcBef>
              <a:spcAft>
                <a:spcPts val="0"/>
              </a:spcAft>
              <a:buSzPts val="1400"/>
              <a:buNone/>
              <a:defRPr b="0" i="0" sz="2880" u="none" cap="none" strike="noStrike">
                <a:solidFill>
                  <a:schemeClr val="dk1"/>
                </a:solidFill>
                <a:latin typeface="Arial Narrow"/>
                <a:ea typeface="Arial Narrow"/>
                <a:cs typeface="Arial Narrow"/>
                <a:sym typeface="Arial Narrow"/>
              </a:defRPr>
            </a:lvl4pPr>
            <a:lvl5pPr lvl="4" marR="0" rtl="0" algn="l">
              <a:spcBef>
                <a:spcPts val="0"/>
              </a:spcBef>
              <a:spcAft>
                <a:spcPts val="0"/>
              </a:spcAft>
              <a:buSzPts val="1400"/>
              <a:buNone/>
              <a:defRPr b="0" i="0" sz="2880" u="none" cap="none" strike="noStrike">
                <a:solidFill>
                  <a:schemeClr val="dk1"/>
                </a:solidFill>
                <a:latin typeface="Arial Narrow"/>
                <a:ea typeface="Arial Narrow"/>
                <a:cs typeface="Arial Narrow"/>
                <a:sym typeface="Arial Narrow"/>
              </a:defRPr>
            </a:lvl5pPr>
            <a:lvl6pPr lvl="5" marR="0" rtl="0" algn="l">
              <a:spcBef>
                <a:spcPts val="0"/>
              </a:spcBef>
              <a:spcAft>
                <a:spcPts val="0"/>
              </a:spcAft>
              <a:buSzPts val="1400"/>
              <a:buNone/>
              <a:defRPr b="0" i="0" sz="2880" u="none" cap="none" strike="noStrike">
                <a:solidFill>
                  <a:schemeClr val="dk1"/>
                </a:solidFill>
                <a:latin typeface="Arial Narrow"/>
                <a:ea typeface="Arial Narrow"/>
                <a:cs typeface="Arial Narrow"/>
                <a:sym typeface="Arial Narrow"/>
              </a:defRPr>
            </a:lvl6pPr>
            <a:lvl7pPr lvl="6" marR="0" rtl="0" algn="l">
              <a:spcBef>
                <a:spcPts val="0"/>
              </a:spcBef>
              <a:spcAft>
                <a:spcPts val="0"/>
              </a:spcAft>
              <a:buSzPts val="1400"/>
              <a:buNone/>
              <a:defRPr b="0" i="0" sz="2880" u="none" cap="none" strike="noStrike">
                <a:solidFill>
                  <a:schemeClr val="dk1"/>
                </a:solidFill>
                <a:latin typeface="Arial Narrow"/>
                <a:ea typeface="Arial Narrow"/>
                <a:cs typeface="Arial Narrow"/>
                <a:sym typeface="Arial Narrow"/>
              </a:defRPr>
            </a:lvl7pPr>
            <a:lvl8pPr lvl="7" marR="0" rtl="0" algn="l">
              <a:spcBef>
                <a:spcPts val="0"/>
              </a:spcBef>
              <a:spcAft>
                <a:spcPts val="0"/>
              </a:spcAft>
              <a:buSzPts val="1400"/>
              <a:buNone/>
              <a:defRPr b="0" i="0" sz="2880" u="none" cap="none" strike="noStrike">
                <a:solidFill>
                  <a:schemeClr val="dk1"/>
                </a:solidFill>
                <a:latin typeface="Arial Narrow"/>
                <a:ea typeface="Arial Narrow"/>
                <a:cs typeface="Arial Narrow"/>
                <a:sym typeface="Arial Narrow"/>
              </a:defRPr>
            </a:lvl8pPr>
            <a:lvl9pPr lvl="8" marR="0" rtl="0" algn="l">
              <a:spcBef>
                <a:spcPts val="0"/>
              </a:spcBef>
              <a:spcAft>
                <a:spcPts val="0"/>
              </a:spcAft>
              <a:buSzPts val="1400"/>
              <a:buNone/>
              <a:defRPr b="0" i="0" sz="2880" u="none" cap="none" strike="noStrike">
                <a:solidFill>
                  <a:schemeClr val="dk1"/>
                </a:solidFill>
                <a:latin typeface="Arial Narrow"/>
                <a:ea typeface="Arial Narrow"/>
                <a:cs typeface="Arial Narrow"/>
                <a:sym typeface="Arial Narrow"/>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2880" u="none" cap="none" strike="noStrike">
                <a:solidFill>
                  <a:schemeClr val="dk1"/>
                </a:solidFill>
                <a:latin typeface="Arial Narrow"/>
                <a:ea typeface="Arial Narrow"/>
                <a:cs typeface="Arial Narrow"/>
                <a:sym typeface="Arial Narrow"/>
              </a:defRPr>
            </a:lvl2pPr>
            <a:lvl3pPr lvl="2" marR="0" rtl="0" algn="l">
              <a:spcBef>
                <a:spcPts val="0"/>
              </a:spcBef>
              <a:spcAft>
                <a:spcPts val="0"/>
              </a:spcAft>
              <a:buSzPts val="1400"/>
              <a:buNone/>
              <a:defRPr b="0" i="0" sz="2880" u="none" cap="none" strike="noStrike">
                <a:solidFill>
                  <a:schemeClr val="dk1"/>
                </a:solidFill>
                <a:latin typeface="Arial Narrow"/>
                <a:ea typeface="Arial Narrow"/>
                <a:cs typeface="Arial Narrow"/>
                <a:sym typeface="Arial Narrow"/>
              </a:defRPr>
            </a:lvl3pPr>
            <a:lvl4pPr lvl="3" marR="0" rtl="0" algn="l">
              <a:spcBef>
                <a:spcPts val="0"/>
              </a:spcBef>
              <a:spcAft>
                <a:spcPts val="0"/>
              </a:spcAft>
              <a:buSzPts val="1400"/>
              <a:buNone/>
              <a:defRPr b="0" i="0" sz="2880" u="none" cap="none" strike="noStrike">
                <a:solidFill>
                  <a:schemeClr val="dk1"/>
                </a:solidFill>
                <a:latin typeface="Arial Narrow"/>
                <a:ea typeface="Arial Narrow"/>
                <a:cs typeface="Arial Narrow"/>
                <a:sym typeface="Arial Narrow"/>
              </a:defRPr>
            </a:lvl4pPr>
            <a:lvl5pPr lvl="4" marR="0" rtl="0" algn="l">
              <a:spcBef>
                <a:spcPts val="0"/>
              </a:spcBef>
              <a:spcAft>
                <a:spcPts val="0"/>
              </a:spcAft>
              <a:buSzPts val="1400"/>
              <a:buNone/>
              <a:defRPr b="0" i="0" sz="2880" u="none" cap="none" strike="noStrike">
                <a:solidFill>
                  <a:schemeClr val="dk1"/>
                </a:solidFill>
                <a:latin typeface="Arial Narrow"/>
                <a:ea typeface="Arial Narrow"/>
                <a:cs typeface="Arial Narrow"/>
                <a:sym typeface="Arial Narrow"/>
              </a:defRPr>
            </a:lvl5pPr>
            <a:lvl6pPr lvl="5" marR="0" rtl="0" algn="l">
              <a:spcBef>
                <a:spcPts val="0"/>
              </a:spcBef>
              <a:spcAft>
                <a:spcPts val="0"/>
              </a:spcAft>
              <a:buSzPts val="1400"/>
              <a:buNone/>
              <a:defRPr b="0" i="0" sz="2880" u="none" cap="none" strike="noStrike">
                <a:solidFill>
                  <a:schemeClr val="dk1"/>
                </a:solidFill>
                <a:latin typeface="Arial Narrow"/>
                <a:ea typeface="Arial Narrow"/>
                <a:cs typeface="Arial Narrow"/>
                <a:sym typeface="Arial Narrow"/>
              </a:defRPr>
            </a:lvl6pPr>
            <a:lvl7pPr lvl="6" marR="0" rtl="0" algn="l">
              <a:spcBef>
                <a:spcPts val="0"/>
              </a:spcBef>
              <a:spcAft>
                <a:spcPts val="0"/>
              </a:spcAft>
              <a:buSzPts val="1400"/>
              <a:buNone/>
              <a:defRPr b="0" i="0" sz="2880" u="none" cap="none" strike="noStrike">
                <a:solidFill>
                  <a:schemeClr val="dk1"/>
                </a:solidFill>
                <a:latin typeface="Arial Narrow"/>
                <a:ea typeface="Arial Narrow"/>
                <a:cs typeface="Arial Narrow"/>
                <a:sym typeface="Arial Narrow"/>
              </a:defRPr>
            </a:lvl7pPr>
            <a:lvl8pPr lvl="7" marR="0" rtl="0" algn="l">
              <a:spcBef>
                <a:spcPts val="0"/>
              </a:spcBef>
              <a:spcAft>
                <a:spcPts val="0"/>
              </a:spcAft>
              <a:buSzPts val="1400"/>
              <a:buNone/>
              <a:defRPr b="0" i="0" sz="2880" u="none" cap="none" strike="noStrike">
                <a:solidFill>
                  <a:schemeClr val="dk1"/>
                </a:solidFill>
                <a:latin typeface="Arial Narrow"/>
                <a:ea typeface="Arial Narrow"/>
                <a:cs typeface="Arial Narrow"/>
                <a:sym typeface="Arial Narrow"/>
              </a:defRPr>
            </a:lvl8pPr>
            <a:lvl9pPr lvl="8" marR="0" rtl="0" algn="l">
              <a:spcBef>
                <a:spcPts val="0"/>
              </a:spcBef>
              <a:spcAft>
                <a:spcPts val="0"/>
              </a:spcAft>
              <a:buSzPts val="1400"/>
              <a:buNone/>
              <a:defRPr b="0" i="0" sz="2880" u="none" cap="none" strike="noStrike">
                <a:solidFill>
                  <a:schemeClr val="dk1"/>
                </a:solidFill>
                <a:latin typeface="Arial Narrow"/>
                <a:ea typeface="Arial Narrow"/>
                <a:cs typeface="Arial Narrow"/>
                <a:sym typeface="Arial Narrow"/>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2880" u="none" cap="none" strike="noStrike">
                <a:solidFill>
                  <a:schemeClr val="dk1"/>
                </a:solidFill>
                <a:latin typeface="Arial Narrow"/>
                <a:ea typeface="Arial Narrow"/>
                <a:cs typeface="Arial Narrow"/>
                <a:sym typeface="Arial Narrow"/>
              </a:defRPr>
            </a:lvl2pPr>
            <a:lvl3pPr lvl="2" marR="0" rtl="0" algn="l">
              <a:spcBef>
                <a:spcPts val="0"/>
              </a:spcBef>
              <a:spcAft>
                <a:spcPts val="0"/>
              </a:spcAft>
              <a:buSzPts val="1400"/>
              <a:buNone/>
              <a:defRPr b="0" i="0" sz="2880" u="none" cap="none" strike="noStrike">
                <a:solidFill>
                  <a:schemeClr val="dk1"/>
                </a:solidFill>
                <a:latin typeface="Arial Narrow"/>
                <a:ea typeface="Arial Narrow"/>
                <a:cs typeface="Arial Narrow"/>
                <a:sym typeface="Arial Narrow"/>
              </a:defRPr>
            </a:lvl3pPr>
            <a:lvl4pPr lvl="3" marR="0" rtl="0" algn="l">
              <a:spcBef>
                <a:spcPts val="0"/>
              </a:spcBef>
              <a:spcAft>
                <a:spcPts val="0"/>
              </a:spcAft>
              <a:buSzPts val="1400"/>
              <a:buNone/>
              <a:defRPr b="0" i="0" sz="2880" u="none" cap="none" strike="noStrike">
                <a:solidFill>
                  <a:schemeClr val="dk1"/>
                </a:solidFill>
                <a:latin typeface="Arial Narrow"/>
                <a:ea typeface="Arial Narrow"/>
                <a:cs typeface="Arial Narrow"/>
                <a:sym typeface="Arial Narrow"/>
              </a:defRPr>
            </a:lvl4pPr>
            <a:lvl5pPr lvl="4" marR="0" rtl="0" algn="l">
              <a:spcBef>
                <a:spcPts val="0"/>
              </a:spcBef>
              <a:spcAft>
                <a:spcPts val="0"/>
              </a:spcAft>
              <a:buSzPts val="1400"/>
              <a:buNone/>
              <a:defRPr b="0" i="0" sz="2880" u="none" cap="none" strike="noStrike">
                <a:solidFill>
                  <a:schemeClr val="dk1"/>
                </a:solidFill>
                <a:latin typeface="Arial Narrow"/>
                <a:ea typeface="Arial Narrow"/>
                <a:cs typeface="Arial Narrow"/>
                <a:sym typeface="Arial Narrow"/>
              </a:defRPr>
            </a:lvl5pPr>
            <a:lvl6pPr lvl="5" marR="0" rtl="0" algn="l">
              <a:spcBef>
                <a:spcPts val="0"/>
              </a:spcBef>
              <a:spcAft>
                <a:spcPts val="0"/>
              </a:spcAft>
              <a:buSzPts val="1400"/>
              <a:buNone/>
              <a:defRPr b="0" i="0" sz="2880" u="none" cap="none" strike="noStrike">
                <a:solidFill>
                  <a:schemeClr val="dk1"/>
                </a:solidFill>
                <a:latin typeface="Arial Narrow"/>
                <a:ea typeface="Arial Narrow"/>
                <a:cs typeface="Arial Narrow"/>
                <a:sym typeface="Arial Narrow"/>
              </a:defRPr>
            </a:lvl6pPr>
            <a:lvl7pPr lvl="6" marR="0" rtl="0" algn="l">
              <a:spcBef>
                <a:spcPts val="0"/>
              </a:spcBef>
              <a:spcAft>
                <a:spcPts val="0"/>
              </a:spcAft>
              <a:buSzPts val="1400"/>
              <a:buNone/>
              <a:defRPr b="0" i="0" sz="2880" u="none" cap="none" strike="noStrike">
                <a:solidFill>
                  <a:schemeClr val="dk1"/>
                </a:solidFill>
                <a:latin typeface="Arial Narrow"/>
                <a:ea typeface="Arial Narrow"/>
                <a:cs typeface="Arial Narrow"/>
                <a:sym typeface="Arial Narrow"/>
              </a:defRPr>
            </a:lvl7pPr>
            <a:lvl8pPr lvl="7" marR="0" rtl="0" algn="l">
              <a:spcBef>
                <a:spcPts val="0"/>
              </a:spcBef>
              <a:spcAft>
                <a:spcPts val="0"/>
              </a:spcAft>
              <a:buSzPts val="1400"/>
              <a:buNone/>
              <a:defRPr b="0" i="0" sz="2880" u="none" cap="none" strike="noStrike">
                <a:solidFill>
                  <a:schemeClr val="dk1"/>
                </a:solidFill>
                <a:latin typeface="Arial Narrow"/>
                <a:ea typeface="Arial Narrow"/>
                <a:cs typeface="Arial Narrow"/>
                <a:sym typeface="Arial Narrow"/>
              </a:defRPr>
            </a:lvl8pPr>
            <a:lvl9pPr lvl="8" marR="0" rtl="0" algn="l">
              <a:spcBef>
                <a:spcPts val="0"/>
              </a:spcBef>
              <a:spcAft>
                <a:spcPts val="0"/>
              </a:spcAft>
              <a:buSzPts val="1400"/>
              <a:buNone/>
              <a:defRPr b="0" i="0" sz="2880" u="none" cap="none" strike="noStrike">
                <a:solidFill>
                  <a:schemeClr val="dk1"/>
                </a:solidFill>
                <a:latin typeface="Arial Narrow"/>
                <a:ea typeface="Arial Narrow"/>
                <a:cs typeface="Arial Narrow"/>
                <a:sym typeface="Arial Narrow"/>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48" name="Google Shape;148;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9" name="Google Shape;149;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FF9900"/>
        </a:solidFill>
      </p:bgPr>
    </p:bg>
    <p:spTree>
      <p:nvGrpSpPr>
        <p:cNvPr id="20" name="Shape 20"/>
        <p:cNvGrpSpPr/>
        <p:nvPr/>
      </p:nvGrpSpPr>
      <p:grpSpPr>
        <a:xfrm>
          <a:off x="0" y="0"/>
          <a:ext cx="0" cy="0"/>
          <a:chOff x="0" y="0"/>
          <a:chExt cx="0" cy="0"/>
        </a:xfrm>
      </p:grpSpPr>
      <p:sp>
        <p:nvSpPr>
          <p:cNvPr id="21" name="Google Shape;21;p3"/>
          <p:cNvSpPr txBox="1"/>
          <p:nvPr>
            <p:ph type="ctrTitle"/>
          </p:nvPr>
        </p:nvSpPr>
        <p:spPr>
          <a:xfrm>
            <a:off x="3292477" y="10226676"/>
            <a:ext cx="37306252" cy="7054851"/>
          </a:xfrm>
          <a:prstGeom prst="rect">
            <a:avLst/>
          </a:prstGeom>
          <a:noFill/>
          <a:ln>
            <a:noFill/>
          </a:ln>
        </p:spPr>
        <p:txBody>
          <a:bodyPr anchorCtr="0" anchor="ctr" bIns="38000" lIns="76050" spcFirstLastPara="1" rIns="76050" wrap="square" tIns="380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2" name="Google Shape;22;p3"/>
          <p:cNvSpPr txBox="1"/>
          <p:nvPr>
            <p:ph idx="1" type="subTitle"/>
          </p:nvPr>
        </p:nvSpPr>
        <p:spPr>
          <a:xfrm>
            <a:off x="6583365" y="18653127"/>
            <a:ext cx="30724475" cy="8413749"/>
          </a:xfrm>
          <a:prstGeom prst="rect">
            <a:avLst/>
          </a:prstGeom>
          <a:noFill/>
          <a:ln>
            <a:noFill/>
          </a:ln>
        </p:spPr>
        <p:txBody>
          <a:bodyPr anchorCtr="0" anchor="t" bIns="380325" lIns="380325" spcFirstLastPara="1" rIns="380325" wrap="square" tIns="380325">
            <a:noAutofit/>
          </a:bodyPr>
          <a:lstStyle>
            <a:lvl1pPr lvl="0" algn="ctr">
              <a:spcBef>
                <a:spcPts val="512"/>
              </a:spcBef>
              <a:spcAft>
                <a:spcPts val="0"/>
              </a:spcAft>
              <a:buClr>
                <a:schemeClr val="dk1"/>
              </a:buClr>
              <a:buSzPts val="2560"/>
              <a:buFont typeface="Arial"/>
              <a:buNone/>
              <a:defRPr/>
            </a:lvl1pPr>
            <a:lvl2pPr lvl="1" algn="ctr">
              <a:spcBef>
                <a:spcPts val="512"/>
              </a:spcBef>
              <a:spcAft>
                <a:spcPts val="0"/>
              </a:spcAft>
              <a:buClr>
                <a:schemeClr val="dk1"/>
              </a:buClr>
              <a:buSzPts val="2560"/>
              <a:buFont typeface="Arial"/>
              <a:buNone/>
              <a:defRPr/>
            </a:lvl2pPr>
            <a:lvl3pPr lvl="2" algn="ctr">
              <a:spcBef>
                <a:spcPts val="427"/>
              </a:spcBef>
              <a:spcAft>
                <a:spcPts val="0"/>
              </a:spcAft>
              <a:buClr>
                <a:schemeClr val="dk1"/>
              </a:buClr>
              <a:buSzPts val="2133"/>
              <a:buFont typeface="Arial"/>
              <a:buNone/>
              <a:defRPr/>
            </a:lvl3pPr>
            <a:lvl4pPr lvl="3" algn="ctr">
              <a:spcBef>
                <a:spcPts val="341"/>
              </a:spcBef>
              <a:spcAft>
                <a:spcPts val="0"/>
              </a:spcAft>
              <a:buClr>
                <a:schemeClr val="dk1"/>
              </a:buClr>
              <a:buSzPts val="1707"/>
              <a:buFont typeface="Arial"/>
              <a:buNone/>
              <a:defRPr/>
            </a:lvl4pPr>
            <a:lvl5pPr lvl="4" algn="ctr">
              <a:spcBef>
                <a:spcPts val="341"/>
              </a:spcBef>
              <a:spcAft>
                <a:spcPts val="0"/>
              </a:spcAft>
              <a:buClr>
                <a:schemeClr val="dk1"/>
              </a:buClr>
              <a:buSzPts val="1707"/>
              <a:buFont typeface="Arial"/>
              <a:buNone/>
              <a:defRPr/>
            </a:lvl5pPr>
            <a:lvl6pPr lvl="5" algn="ctr">
              <a:spcBef>
                <a:spcPts val="341"/>
              </a:spcBef>
              <a:spcAft>
                <a:spcPts val="0"/>
              </a:spcAft>
              <a:buClr>
                <a:schemeClr val="dk1"/>
              </a:buClr>
              <a:buSzPts val="1707"/>
              <a:buFont typeface="Arial"/>
              <a:buNone/>
              <a:defRPr/>
            </a:lvl6pPr>
            <a:lvl7pPr lvl="6" algn="ctr">
              <a:spcBef>
                <a:spcPts val="341"/>
              </a:spcBef>
              <a:spcAft>
                <a:spcPts val="0"/>
              </a:spcAft>
              <a:buClr>
                <a:schemeClr val="dk1"/>
              </a:buClr>
              <a:buSzPts val="1707"/>
              <a:buFont typeface="Arial"/>
              <a:buNone/>
              <a:defRPr/>
            </a:lvl7pPr>
            <a:lvl8pPr lvl="7" algn="ctr">
              <a:spcBef>
                <a:spcPts val="341"/>
              </a:spcBef>
              <a:spcAft>
                <a:spcPts val="0"/>
              </a:spcAft>
              <a:buClr>
                <a:schemeClr val="dk1"/>
              </a:buClr>
              <a:buSzPts val="1707"/>
              <a:buFont typeface="Arial"/>
              <a:buNone/>
              <a:defRPr/>
            </a:lvl8pPr>
            <a:lvl9pPr lvl="8" algn="ctr">
              <a:spcBef>
                <a:spcPts val="341"/>
              </a:spcBef>
              <a:spcAft>
                <a:spcPts val="0"/>
              </a:spcAft>
              <a:buClr>
                <a:schemeClr val="dk1"/>
              </a:buClr>
              <a:buSzPts val="1707"/>
              <a:buFont typeface="Arial"/>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3" name="Shape 23"/>
        <p:cNvGrpSpPr/>
        <p:nvPr/>
      </p:nvGrpSpPr>
      <p:grpSpPr>
        <a:xfrm>
          <a:off x="0" y="0"/>
          <a:ext cx="0" cy="0"/>
          <a:chOff x="0" y="0"/>
          <a:chExt cx="0" cy="0"/>
        </a:xfrm>
      </p:grpSpPr>
      <p:sp>
        <p:nvSpPr>
          <p:cNvPr id="24" name="Google Shape;24;p4"/>
          <p:cNvSpPr txBox="1"/>
          <p:nvPr>
            <p:ph type="title"/>
          </p:nvPr>
        </p:nvSpPr>
        <p:spPr>
          <a:xfrm>
            <a:off x="960120" y="1272540"/>
            <a:ext cx="41925240" cy="2202180"/>
          </a:xfrm>
          <a:prstGeom prst="rect">
            <a:avLst/>
          </a:prstGeom>
          <a:noFill/>
          <a:ln>
            <a:noFill/>
          </a:ln>
        </p:spPr>
        <p:txBody>
          <a:bodyPr anchorCtr="0" anchor="ctr" bIns="38000" lIns="76050" spcFirstLastPara="1" rIns="76050" wrap="square" tIns="380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5" name="Google Shape;25;p4"/>
          <p:cNvSpPr txBox="1"/>
          <p:nvPr>
            <p:ph idx="1" type="body"/>
          </p:nvPr>
        </p:nvSpPr>
        <p:spPr>
          <a:xfrm>
            <a:off x="693421" y="5638800"/>
            <a:ext cx="9974580" cy="26563320"/>
          </a:xfrm>
          <a:prstGeom prst="rect">
            <a:avLst/>
          </a:prstGeom>
          <a:noFill/>
          <a:ln>
            <a:noFill/>
          </a:ln>
        </p:spPr>
        <p:txBody>
          <a:bodyPr anchorCtr="0" anchor="t" bIns="380325" lIns="380325" spcFirstLastPara="1" rIns="380325" wrap="square" tIns="380325">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6" name="Shape 26"/>
        <p:cNvGrpSpPr/>
        <p:nvPr/>
      </p:nvGrpSpPr>
      <p:grpSpPr>
        <a:xfrm>
          <a:off x="0" y="0"/>
          <a:ext cx="0" cy="0"/>
          <a:chOff x="0" y="0"/>
          <a:chExt cx="0" cy="0"/>
        </a:xfrm>
      </p:grpSpPr>
      <p:sp>
        <p:nvSpPr>
          <p:cNvPr id="27" name="Google Shape;27;p5"/>
          <p:cNvSpPr txBox="1"/>
          <p:nvPr>
            <p:ph type="title"/>
          </p:nvPr>
        </p:nvSpPr>
        <p:spPr>
          <a:xfrm>
            <a:off x="3467103" y="21153440"/>
            <a:ext cx="37307839" cy="6537326"/>
          </a:xfrm>
          <a:prstGeom prst="rect">
            <a:avLst/>
          </a:prstGeom>
          <a:noFill/>
          <a:ln>
            <a:noFill/>
          </a:ln>
        </p:spPr>
        <p:txBody>
          <a:bodyPr anchorCtr="0" anchor="t" bIns="38000" lIns="76050" spcFirstLastPara="1" rIns="76050" wrap="square" tIns="38000">
            <a:noAutofit/>
          </a:bodyPr>
          <a:lstStyle>
            <a:lvl1pPr lvl="0" algn="l">
              <a:spcBef>
                <a:spcPts val="0"/>
              </a:spcBef>
              <a:spcAft>
                <a:spcPts val="0"/>
              </a:spcAft>
              <a:buSzPts val="1400"/>
              <a:buNone/>
              <a:defRPr b="1" sz="352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8" name="Google Shape;28;p5"/>
          <p:cNvSpPr txBox="1"/>
          <p:nvPr>
            <p:ph idx="1" type="body"/>
          </p:nvPr>
        </p:nvSpPr>
        <p:spPr>
          <a:xfrm>
            <a:off x="3467103" y="13952538"/>
            <a:ext cx="37307839" cy="7200900"/>
          </a:xfrm>
          <a:prstGeom prst="rect">
            <a:avLst/>
          </a:prstGeom>
          <a:noFill/>
          <a:ln>
            <a:noFill/>
          </a:ln>
        </p:spPr>
        <p:txBody>
          <a:bodyPr anchorCtr="0" anchor="b" bIns="380325" lIns="380325" spcFirstLastPara="1" rIns="380325" wrap="square" tIns="380325">
            <a:noAutofit/>
          </a:bodyPr>
          <a:lstStyle>
            <a:lvl1pPr indent="-228600" lvl="0" marL="457200" algn="l">
              <a:spcBef>
                <a:spcPts val="363"/>
              </a:spcBef>
              <a:spcAft>
                <a:spcPts val="0"/>
              </a:spcAft>
              <a:buClr>
                <a:schemeClr val="dk1"/>
              </a:buClr>
              <a:buSzPts val="1813"/>
              <a:buFont typeface="Arial"/>
              <a:buNone/>
              <a:defRPr sz="1812"/>
            </a:lvl1pPr>
            <a:lvl2pPr indent="-228600" lvl="1" marL="914400" algn="l">
              <a:spcBef>
                <a:spcPts val="320"/>
              </a:spcBef>
              <a:spcAft>
                <a:spcPts val="0"/>
              </a:spcAft>
              <a:buClr>
                <a:schemeClr val="dk1"/>
              </a:buClr>
              <a:buSzPts val="1600"/>
              <a:buFont typeface="Arial"/>
              <a:buNone/>
              <a:defRPr sz="1600"/>
            </a:lvl2pPr>
            <a:lvl3pPr indent="-228600" lvl="2" marL="1371600" algn="l">
              <a:spcBef>
                <a:spcPts val="277"/>
              </a:spcBef>
              <a:spcAft>
                <a:spcPts val="0"/>
              </a:spcAft>
              <a:buClr>
                <a:schemeClr val="dk1"/>
              </a:buClr>
              <a:buSzPts val="1387"/>
              <a:buFont typeface="Arial"/>
              <a:buNone/>
              <a:defRPr sz="1387"/>
            </a:lvl3pPr>
            <a:lvl4pPr indent="-228600" lvl="3" marL="1828800" algn="l">
              <a:spcBef>
                <a:spcPts val="256"/>
              </a:spcBef>
              <a:spcAft>
                <a:spcPts val="0"/>
              </a:spcAft>
              <a:buClr>
                <a:schemeClr val="dk1"/>
              </a:buClr>
              <a:buSzPts val="1280"/>
              <a:buFont typeface="Arial"/>
              <a:buNone/>
              <a:defRPr sz="1280"/>
            </a:lvl4pPr>
            <a:lvl5pPr indent="-228600" lvl="4" marL="2286000" algn="l">
              <a:spcBef>
                <a:spcPts val="256"/>
              </a:spcBef>
              <a:spcAft>
                <a:spcPts val="0"/>
              </a:spcAft>
              <a:buClr>
                <a:schemeClr val="dk1"/>
              </a:buClr>
              <a:buSzPts val="1280"/>
              <a:buFont typeface="Arial"/>
              <a:buNone/>
              <a:defRPr sz="1280"/>
            </a:lvl5pPr>
            <a:lvl6pPr indent="-228600" lvl="5" marL="2743200" algn="l">
              <a:spcBef>
                <a:spcPts val="256"/>
              </a:spcBef>
              <a:spcAft>
                <a:spcPts val="0"/>
              </a:spcAft>
              <a:buClr>
                <a:schemeClr val="dk1"/>
              </a:buClr>
              <a:buSzPts val="1280"/>
              <a:buFont typeface="Arial"/>
              <a:buNone/>
              <a:defRPr sz="1280"/>
            </a:lvl6pPr>
            <a:lvl7pPr indent="-228600" lvl="6" marL="3200400" algn="l">
              <a:spcBef>
                <a:spcPts val="256"/>
              </a:spcBef>
              <a:spcAft>
                <a:spcPts val="0"/>
              </a:spcAft>
              <a:buClr>
                <a:schemeClr val="dk1"/>
              </a:buClr>
              <a:buSzPts val="1280"/>
              <a:buFont typeface="Arial"/>
              <a:buNone/>
              <a:defRPr sz="1280"/>
            </a:lvl7pPr>
            <a:lvl8pPr indent="-228600" lvl="7" marL="3657600" algn="l">
              <a:spcBef>
                <a:spcPts val="256"/>
              </a:spcBef>
              <a:spcAft>
                <a:spcPts val="0"/>
              </a:spcAft>
              <a:buClr>
                <a:schemeClr val="dk1"/>
              </a:buClr>
              <a:buSzPts val="1280"/>
              <a:buFont typeface="Arial"/>
              <a:buNone/>
              <a:defRPr sz="1280"/>
            </a:lvl8pPr>
            <a:lvl9pPr indent="-228600" lvl="8" marL="4114800" algn="l">
              <a:spcBef>
                <a:spcPts val="256"/>
              </a:spcBef>
              <a:spcAft>
                <a:spcPts val="0"/>
              </a:spcAft>
              <a:buClr>
                <a:schemeClr val="dk1"/>
              </a:buClr>
              <a:buSzPts val="1280"/>
              <a:buFont typeface="Arial"/>
              <a:buNone/>
              <a:defRPr sz="128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6"/>
          <p:cNvSpPr txBox="1"/>
          <p:nvPr>
            <p:ph type="title"/>
          </p:nvPr>
        </p:nvSpPr>
        <p:spPr>
          <a:xfrm>
            <a:off x="960120" y="1272540"/>
            <a:ext cx="41925240" cy="2202180"/>
          </a:xfrm>
          <a:prstGeom prst="rect">
            <a:avLst/>
          </a:prstGeom>
          <a:noFill/>
          <a:ln>
            <a:noFill/>
          </a:ln>
        </p:spPr>
        <p:txBody>
          <a:bodyPr anchorCtr="0" anchor="ctr" bIns="38000" lIns="76050" spcFirstLastPara="1" rIns="76050" wrap="square" tIns="380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1" name="Google Shape;31;p6"/>
          <p:cNvSpPr txBox="1"/>
          <p:nvPr>
            <p:ph idx="1" type="body"/>
          </p:nvPr>
        </p:nvSpPr>
        <p:spPr>
          <a:xfrm>
            <a:off x="693739" y="5638802"/>
            <a:ext cx="4910137" cy="26563638"/>
          </a:xfrm>
          <a:prstGeom prst="rect">
            <a:avLst/>
          </a:prstGeom>
          <a:noFill/>
          <a:ln>
            <a:noFill/>
          </a:ln>
        </p:spPr>
        <p:txBody>
          <a:bodyPr anchorCtr="0" anchor="t" bIns="380325" lIns="380325" spcFirstLastPara="1" rIns="380325" wrap="square" tIns="380325">
            <a:noAutofit/>
          </a:bodyPr>
          <a:lstStyle>
            <a:lvl1pPr indent="-384365" lvl="0" marL="457200" algn="l">
              <a:spcBef>
                <a:spcPts val="491"/>
              </a:spcBef>
              <a:spcAft>
                <a:spcPts val="0"/>
              </a:spcAft>
              <a:buClr>
                <a:schemeClr val="dk1"/>
              </a:buClr>
              <a:buSzPts val="2453"/>
              <a:buFont typeface="Arial"/>
              <a:buChar char="•"/>
              <a:defRPr sz="2453"/>
            </a:lvl1pPr>
            <a:lvl2pPr indent="-364045" lvl="1" marL="914400" algn="l">
              <a:spcBef>
                <a:spcPts val="427"/>
              </a:spcBef>
              <a:spcAft>
                <a:spcPts val="0"/>
              </a:spcAft>
              <a:buClr>
                <a:schemeClr val="dk1"/>
              </a:buClr>
              <a:buSzPts val="2133"/>
              <a:buFont typeface="Arial"/>
              <a:buChar char="–"/>
              <a:defRPr sz="2133"/>
            </a:lvl2pPr>
            <a:lvl3pPr indent="-343725" lvl="2" marL="1371600" algn="l">
              <a:spcBef>
                <a:spcPts val="363"/>
              </a:spcBef>
              <a:spcAft>
                <a:spcPts val="0"/>
              </a:spcAft>
              <a:buClr>
                <a:schemeClr val="dk1"/>
              </a:buClr>
              <a:buSzPts val="1813"/>
              <a:buFont typeface="Arial"/>
              <a:buChar char="•"/>
              <a:defRPr sz="1812"/>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32" name="Google Shape;32;p6"/>
          <p:cNvSpPr txBox="1"/>
          <p:nvPr>
            <p:ph idx="2" type="body"/>
          </p:nvPr>
        </p:nvSpPr>
        <p:spPr>
          <a:xfrm>
            <a:off x="5756275" y="5638802"/>
            <a:ext cx="4911725" cy="26563638"/>
          </a:xfrm>
          <a:prstGeom prst="rect">
            <a:avLst/>
          </a:prstGeom>
          <a:noFill/>
          <a:ln>
            <a:noFill/>
          </a:ln>
        </p:spPr>
        <p:txBody>
          <a:bodyPr anchorCtr="0" anchor="t" bIns="380325" lIns="380325" spcFirstLastPara="1" rIns="380325" wrap="square" tIns="380325">
            <a:noAutofit/>
          </a:bodyPr>
          <a:lstStyle>
            <a:lvl1pPr indent="-384365" lvl="0" marL="457200" algn="l">
              <a:spcBef>
                <a:spcPts val="491"/>
              </a:spcBef>
              <a:spcAft>
                <a:spcPts val="0"/>
              </a:spcAft>
              <a:buClr>
                <a:schemeClr val="dk1"/>
              </a:buClr>
              <a:buSzPts val="2453"/>
              <a:buFont typeface="Arial"/>
              <a:buChar char="•"/>
              <a:defRPr sz="2453"/>
            </a:lvl1pPr>
            <a:lvl2pPr indent="-364045" lvl="1" marL="914400" algn="l">
              <a:spcBef>
                <a:spcPts val="427"/>
              </a:spcBef>
              <a:spcAft>
                <a:spcPts val="0"/>
              </a:spcAft>
              <a:buClr>
                <a:schemeClr val="dk1"/>
              </a:buClr>
              <a:buSzPts val="2133"/>
              <a:buFont typeface="Arial"/>
              <a:buChar char="–"/>
              <a:defRPr sz="2133"/>
            </a:lvl2pPr>
            <a:lvl3pPr indent="-343725" lvl="2" marL="1371600" algn="l">
              <a:spcBef>
                <a:spcPts val="363"/>
              </a:spcBef>
              <a:spcAft>
                <a:spcPts val="0"/>
              </a:spcAft>
              <a:buClr>
                <a:schemeClr val="dk1"/>
              </a:buClr>
              <a:buSzPts val="1813"/>
              <a:buFont typeface="Arial"/>
              <a:buChar char="•"/>
              <a:defRPr sz="1812"/>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3" name="Shape 33"/>
        <p:cNvGrpSpPr/>
        <p:nvPr/>
      </p:nvGrpSpPr>
      <p:grpSpPr>
        <a:xfrm>
          <a:off x="0" y="0"/>
          <a:ext cx="0" cy="0"/>
          <a:chOff x="0" y="0"/>
          <a:chExt cx="0" cy="0"/>
        </a:xfrm>
      </p:grpSpPr>
      <p:sp>
        <p:nvSpPr>
          <p:cNvPr id="34" name="Google Shape;34;p7"/>
          <p:cNvSpPr txBox="1"/>
          <p:nvPr>
            <p:ph type="title"/>
          </p:nvPr>
        </p:nvSpPr>
        <p:spPr>
          <a:xfrm>
            <a:off x="2193926" y="1317626"/>
            <a:ext cx="39503351" cy="5486400"/>
          </a:xfrm>
          <a:prstGeom prst="rect">
            <a:avLst/>
          </a:prstGeom>
          <a:noFill/>
          <a:ln>
            <a:noFill/>
          </a:ln>
        </p:spPr>
        <p:txBody>
          <a:bodyPr anchorCtr="0" anchor="ctr" bIns="38000" lIns="76050" spcFirstLastPara="1" rIns="76050" wrap="square" tIns="380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5" name="Google Shape;35;p7"/>
          <p:cNvSpPr txBox="1"/>
          <p:nvPr>
            <p:ph idx="1" type="body"/>
          </p:nvPr>
        </p:nvSpPr>
        <p:spPr>
          <a:xfrm>
            <a:off x="2193926" y="7369178"/>
            <a:ext cx="19392901" cy="3070226"/>
          </a:xfrm>
          <a:prstGeom prst="rect">
            <a:avLst/>
          </a:prstGeom>
          <a:noFill/>
          <a:ln>
            <a:noFill/>
          </a:ln>
        </p:spPr>
        <p:txBody>
          <a:bodyPr anchorCtr="0" anchor="b" bIns="380325" lIns="380325" spcFirstLastPara="1" rIns="380325" wrap="square" tIns="380325">
            <a:noAutofit/>
          </a:bodyPr>
          <a:lstStyle>
            <a:lvl1pPr indent="-228600" lvl="0" marL="457200" algn="l">
              <a:spcBef>
                <a:spcPts val="427"/>
              </a:spcBef>
              <a:spcAft>
                <a:spcPts val="0"/>
              </a:spcAft>
              <a:buClr>
                <a:schemeClr val="dk1"/>
              </a:buClr>
              <a:buSzPts val="2133"/>
              <a:buFont typeface="Arial"/>
              <a:buNone/>
              <a:defRPr b="1" sz="2133"/>
            </a:lvl1pPr>
            <a:lvl2pPr indent="-228600" lvl="1" marL="914400" algn="l">
              <a:spcBef>
                <a:spcPts val="363"/>
              </a:spcBef>
              <a:spcAft>
                <a:spcPts val="0"/>
              </a:spcAft>
              <a:buClr>
                <a:schemeClr val="dk1"/>
              </a:buClr>
              <a:buSzPts val="1813"/>
              <a:buFont typeface="Arial"/>
              <a:buNone/>
              <a:defRPr b="1" sz="1812"/>
            </a:lvl2pPr>
            <a:lvl3pPr indent="-228600" lvl="2" marL="1371600" algn="l">
              <a:spcBef>
                <a:spcPts val="320"/>
              </a:spcBef>
              <a:spcAft>
                <a:spcPts val="0"/>
              </a:spcAft>
              <a:buClr>
                <a:schemeClr val="dk1"/>
              </a:buClr>
              <a:buSzPts val="1600"/>
              <a:buFont typeface="Arial"/>
              <a:buNone/>
              <a:defRPr b="1" sz="1600"/>
            </a:lvl3pPr>
            <a:lvl4pPr indent="-228600" lvl="3" marL="1828800" algn="l">
              <a:spcBef>
                <a:spcPts val="277"/>
              </a:spcBef>
              <a:spcAft>
                <a:spcPts val="0"/>
              </a:spcAft>
              <a:buClr>
                <a:schemeClr val="dk1"/>
              </a:buClr>
              <a:buSzPts val="1387"/>
              <a:buFont typeface="Arial"/>
              <a:buNone/>
              <a:defRPr b="1" sz="1387"/>
            </a:lvl4pPr>
            <a:lvl5pPr indent="-228600" lvl="4" marL="2286000" algn="l">
              <a:spcBef>
                <a:spcPts val="277"/>
              </a:spcBef>
              <a:spcAft>
                <a:spcPts val="0"/>
              </a:spcAft>
              <a:buClr>
                <a:schemeClr val="dk1"/>
              </a:buClr>
              <a:buSzPts val="1387"/>
              <a:buFont typeface="Arial"/>
              <a:buNone/>
              <a:defRPr b="1" sz="1387"/>
            </a:lvl5pPr>
            <a:lvl6pPr indent="-228600" lvl="5" marL="2743200" algn="l">
              <a:spcBef>
                <a:spcPts val="277"/>
              </a:spcBef>
              <a:spcAft>
                <a:spcPts val="0"/>
              </a:spcAft>
              <a:buClr>
                <a:schemeClr val="dk1"/>
              </a:buClr>
              <a:buSzPts val="1387"/>
              <a:buFont typeface="Arial"/>
              <a:buNone/>
              <a:defRPr b="1" sz="1387"/>
            </a:lvl6pPr>
            <a:lvl7pPr indent="-228600" lvl="6" marL="3200400" algn="l">
              <a:spcBef>
                <a:spcPts val="277"/>
              </a:spcBef>
              <a:spcAft>
                <a:spcPts val="0"/>
              </a:spcAft>
              <a:buClr>
                <a:schemeClr val="dk1"/>
              </a:buClr>
              <a:buSzPts val="1387"/>
              <a:buFont typeface="Arial"/>
              <a:buNone/>
              <a:defRPr b="1" sz="1387"/>
            </a:lvl7pPr>
            <a:lvl8pPr indent="-228600" lvl="7" marL="3657600" algn="l">
              <a:spcBef>
                <a:spcPts val="277"/>
              </a:spcBef>
              <a:spcAft>
                <a:spcPts val="0"/>
              </a:spcAft>
              <a:buClr>
                <a:schemeClr val="dk1"/>
              </a:buClr>
              <a:buSzPts val="1387"/>
              <a:buFont typeface="Arial"/>
              <a:buNone/>
              <a:defRPr b="1" sz="1387"/>
            </a:lvl8pPr>
            <a:lvl9pPr indent="-228600" lvl="8" marL="4114800" algn="l">
              <a:spcBef>
                <a:spcPts val="277"/>
              </a:spcBef>
              <a:spcAft>
                <a:spcPts val="0"/>
              </a:spcAft>
              <a:buClr>
                <a:schemeClr val="dk1"/>
              </a:buClr>
              <a:buSzPts val="1387"/>
              <a:buFont typeface="Arial"/>
              <a:buNone/>
              <a:defRPr b="1" sz="1387"/>
            </a:lvl9pPr>
          </a:lstStyle>
          <a:p/>
        </p:txBody>
      </p:sp>
      <p:sp>
        <p:nvSpPr>
          <p:cNvPr id="36" name="Google Shape;36;p7"/>
          <p:cNvSpPr txBox="1"/>
          <p:nvPr>
            <p:ph idx="2" type="body"/>
          </p:nvPr>
        </p:nvSpPr>
        <p:spPr>
          <a:xfrm>
            <a:off x="2193926" y="10439402"/>
            <a:ext cx="19392901" cy="18965864"/>
          </a:xfrm>
          <a:prstGeom prst="rect">
            <a:avLst/>
          </a:prstGeom>
          <a:noFill/>
          <a:ln>
            <a:noFill/>
          </a:ln>
        </p:spPr>
        <p:txBody>
          <a:bodyPr anchorCtr="0" anchor="t" bIns="380325" lIns="380325" spcFirstLastPara="1" rIns="380325" wrap="square" tIns="380325">
            <a:noAutofit/>
          </a:bodyPr>
          <a:lstStyle>
            <a:lvl1pPr indent="-364045" lvl="0" marL="457200" algn="l">
              <a:spcBef>
                <a:spcPts val="427"/>
              </a:spcBef>
              <a:spcAft>
                <a:spcPts val="0"/>
              </a:spcAft>
              <a:buClr>
                <a:schemeClr val="dk1"/>
              </a:buClr>
              <a:buSzPts val="2133"/>
              <a:buFont typeface="Arial"/>
              <a:buChar char="•"/>
              <a:defRPr sz="2133"/>
            </a:lvl1pPr>
            <a:lvl2pPr indent="-343725" lvl="1" marL="914400" algn="l">
              <a:spcBef>
                <a:spcPts val="363"/>
              </a:spcBef>
              <a:spcAft>
                <a:spcPts val="0"/>
              </a:spcAft>
              <a:buClr>
                <a:schemeClr val="dk1"/>
              </a:buClr>
              <a:buSzPts val="1813"/>
              <a:buFont typeface="Arial"/>
              <a:buChar char="–"/>
              <a:defRPr sz="1812"/>
            </a:lvl2pPr>
            <a:lvl3pPr indent="-330200" lvl="2" marL="1371600" algn="l">
              <a:spcBef>
                <a:spcPts val="320"/>
              </a:spcBef>
              <a:spcAft>
                <a:spcPts val="0"/>
              </a:spcAft>
              <a:buClr>
                <a:schemeClr val="dk1"/>
              </a:buClr>
              <a:buSzPts val="1600"/>
              <a:buFont typeface="Arial"/>
              <a:buChar char="•"/>
              <a:defRPr sz="1600"/>
            </a:lvl3pPr>
            <a:lvl4pPr indent="-316674" lvl="3" marL="1828800" algn="l">
              <a:spcBef>
                <a:spcPts val="277"/>
              </a:spcBef>
              <a:spcAft>
                <a:spcPts val="0"/>
              </a:spcAft>
              <a:buClr>
                <a:schemeClr val="dk1"/>
              </a:buClr>
              <a:buSzPts val="1387"/>
              <a:buFont typeface="Arial"/>
              <a:buChar char="–"/>
              <a:defRPr sz="1387"/>
            </a:lvl4pPr>
            <a:lvl5pPr indent="-316674" lvl="4" marL="2286000" algn="l">
              <a:spcBef>
                <a:spcPts val="277"/>
              </a:spcBef>
              <a:spcAft>
                <a:spcPts val="0"/>
              </a:spcAft>
              <a:buClr>
                <a:schemeClr val="dk1"/>
              </a:buClr>
              <a:buSzPts val="1387"/>
              <a:buFont typeface="Arial"/>
              <a:buChar char="»"/>
              <a:defRPr sz="1387"/>
            </a:lvl5pPr>
            <a:lvl6pPr indent="-316674" lvl="5" marL="2743200" algn="l">
              <a:spcBef>
                <a:spcPts val="277"/>
              </a:spcBef>
              <a:spcAft>
                <a:spcPts val="0"/>
              </a:spcAft>
              <a:buClr>
                <a:schemeClr val="dk1"/>
              </a:buClr>
              <a:buSzPts val="1387"/>
              <a:buFont typeface="Arial"/>
              <a:buChar char="»"/>
              <a:defRPr sz="1387"/>
            </a:lvl6pPr>
            <a:lvl7pPr indent="-316674" lvl="6" marL="3200400" algn="l">
              <a:spcBef>
                <a:spcPts val="277"/>
              </a:spcBef>
              <a:spcAft>
                <a:spcPts val="0"/>
              </a:spcAft>
              <a:buClr>
                <a:schemeClr val="dk1"/>
              </a:buClr>
              <a:buSzPts val="1387"/>
              <a:buFont typeface="Arial"/>
              <a:buChar char="»"/>
              <a:defRPr sz="1387"/>
            </a:lvl7pPr>
            <a:lvl8pPr indent="-316674" lvl="7" marL="3657600" algn="l">
              <a:spcBef>
                <a:spcPts val="277"/>
              </a:spcBef>
              <a:spcAft>
                <a:spcPts val="0"/>
              </a:spcAft>
              <a:buClr>
                <a:schemeClr val="dk1"/>
              </a:buClr>
              <a:buSzPts val="1387"/>
              <a:buFont typeface="Arial"/>
              <a:buChar char="»"/>
              <a:defRPr sz="1387"/>
            </a:lvl8pPr>
            <a:lvl9pPr indent="-316674" lvl="8" marL="4114800" algn="l">
              <a:spcBef>
                <a:spcPts val="277"/>
              </a:spcBef>
              <a:spcAft>
                <a:spcPts val="0"/>
              </a:spcAft>
              <a:buClr>
                <a:schemeClr val="dk1"/>
              </a:buClr>
              <a:buSzPts val="1387"/>
              <a:buFont typeface="Arial"/>
              <a:buChar char="»"/>
              <a:defRPr sz="1387"/>
            </a:lvl9pPr>
          </a:lstStyle>
          <a:p/>
        </p:txBody>
      </p:sp>
      <p:sp>
        <p:nvSpPr>
          <p:cNvPr id="37" name="Google Shape;37;p7"/>
          <p:cNvSpPr txBox="1"/>
          <p:nvPr>
            <p:ph idx="3" type="body"/>
          </p:nvPr>
        </p:nvSpPr>
        <p:spPr>
          <a:xfrm>
            <a:off x="22296440" y="7369178"/>
            <a:ext cx="19400837" cy="3070226"/>
          </a:xfrm>
          <a:prstGeom prst="rect">
            <a:avLst/>
          </a:prstGeom>
          <a:noFill/>
          <a:ln>
            <a:noFill/>
          </a:ln>
        </p:spPr>
        <p:txBody>
          <a:bodyPr anchorCtr="0" anchor="b" bIns="380325" lIns="380325" spcFirstLastPara="1" rIns="380325" wrap="square" tIns="380325">
            <a:noAutofit/>
          </a:bodyPr>
          <a:lstStyle>
            <a:lvl1pPr indent="-228600" lvl="0" marL="457200" algn="l">
              <a:spcBef>
                <a:spcPts val="427"/>
              </a:spcBef>
              <a:spcAft>
                <a:spcPts val="0"/>
              </a:spcAft>
              <a:buClr>
                <a:schemeClr val="dk1"/>
              </a:buClr>
              <a:buSzPts val="2133"/>
              <a:buFont typeface="Arial"/>
              <a:buNone/>
              <a:defRPr b="1" sz="2133"/>
            </a:lvl1pPr>
            <a:lvl2pPr indent="-228600" lvl="1" marL="914400" algn="l">
              <a:spcBef>
                <a:spcPts val="363"/>
              </a:spcBef>
              <a:spcAft>
                <a:spcPts val="0"/>
              </a:spcAft>
              <a:buClr>
                <a:schemeClr val="dk1"/>
              </a:buClr>
              <a:buSzPts val="1813"/>
              <a:buFont typeface="Arial"/>
              <a:buNone/>
              <a:defRPr b="1" sz="1812"/>
            </a:lvl2pPr>
            <a:lvl3pPr indent="-228600" lvl="2" marL="1371600" algn="l">
              <a:spcBef>
                <a:spcPts val="320"/>
              </a:spcBef>
              <a:spcAft>
                <a:spcPts val="0"/>
              </a:spcAft>
              <a:buClr>
                <a:schemeClr val="dk1"/>
              </a:buClr>
              <a:buSzPts val="1600"/>
              <a:buFont typeface="Arial"/>
              <a:buNone/>
              <a:defRPr b="1" sz="1600"/>
            </a:lvl3pPr>
            <a:lvl4pPr indent="-228600" lvl="3" marL="1828800" algn="l">
              <a:spcBef>
                <a:spcPts val="277"/>
              </a:spcBef>
              <a:spcAft>
                <a:spcPts val="0"/>
              </a:spcAft>
              <a:buClr>
                <a:schemeClr val="dk1"/>
              </a:buClr>
              <a:buSzPts val="1387"/>
              <a:buFont typeface="Arial"/>
              <a:buNone/>
              <a:defRPr b="1" sz="1387"/>
            </a:lvl4pPr>
            <a:lvl5pPr indent="-228600" lvl="4" marL="2286000" algn="l">
              <a:spcBef>
                <a:spcPts val="277"/>
              </a:spcBef>
              <a:spcAft>
                <a:spcPts val="0"/>
              </a:spcAft>
              <a:buClr>
                <a:schemeClr val="dk1"/>
              </a:buClr>
              <a:buSzPts val="1387"/>
              <a:buFont typeface="Arial"/>
              <a:buNone/>
              <a:defRPr b="1" sz="1387"/>
            </a:lvl5pPr>
            <a:lvl6pPr indent="-228600" lvl="5" marL="2743200" algn="l">
              <a:spcBef>
                <a:spcPts val="277"/>
              </a:spcBef>
              <a:spcAft>
                <a:spcPts val="0"/>
              </a:spcAft>
              <a:buClr>
                <a:schemeClr val="dk1"/>
              </a:buClr>
              <a:buSzPts val="1387"/>
              <a:buFont typeface="Arial"/>
              <a:buNone/>
              <a:defRPr b="1" sz="1387"/>
            </a:lvl6pPr>
            <a:lvl7pPr indent="-228600" lvl="6" marL="3200400" algn="l">
              <a:spcBef>
                <a:spcPts val="277"/>
              </a:spcBef>
              <a:spcAft>
                <a:spcPts val="0"/>
              </a:spcAft>
              <a:buClr>
                <a:schemeClr val="dk1"/>
              </a:buClr>
              <a:buSzPts val="1387"/>
              <a:buFont typeface="Arial"/>
              <a:buNone/>
              <a:defRPr b="1" sz="1387"/>
            </a:lvl7pPr>
            <a:lvl8pPr indent="-228600" lvl="7" marL="3657600" algn="l">
              <a:spcBef>
                <a:spcPts val="277"/>
              </a:spcBef>
              <a:spcAft>
                <a:spcPts val="0"/>
              </a:spcAft>
              <a:buClr>
                <a:schemeClr val="dk1"/>
              </a:buClr>
              <a:buSzPts val="1387"/>
              <a:buFont typeface="Arial"/>
              <a:buNone/>
              <a:defRPr b="1" sz="1387"/>
            </a:lvl8pPr>
            <a:lvl9pPr indent="-228600" lvl="8" marL="4114800" algn="l">
              <a:spcBef>
                <a:spcPts val="277"/>
              </a:spcBef>
              <a:spcAft>
                <a:spcPts val="0"/>
              </a:spcAft>
              <a:buClr>
                <a:schemeClr val="dk1"/>
              </a:buClr>
              <a:buSzPts val="1387"/>
              <a:buFont typeface="Arial"/>
              <a:buNone/>
              <a:defRPr b="1" sz="1387"/>
            </a:lvl9pPr>
          </a:lstStyle>
          <a:p/>
        </p:txBody>
      </p:sp>
      <p:sp>
        <p:nvSpPr>
          <p:cNvPr id="38" name="Google Shape;38;p7"/>
          <p:cNvSpPr txBox="1"/>
          <p:nvPr>
            <p:ph idx="4" type="body"/>
          </p:nvPr>
        </p:nvSpPr>
        <p:spPr>
          <a:xfrm>
            <a:off x="22296440" y="10439402"/>
            <a:ext cx="19400837" cy="18965864"/>
          </a:xfrm>
          <a:prstGeom prst="rect">
            <a:avLst/>
          </a:prstGeom>
          <a:noFill/>
          <a:ln>
            <a:noFill/>
          </a:ln>
        </p:spPr>
        <p:txBody>
          <a:bodyPr anchorCtr="0" anchor="t" bIns="380325" lIns="380325" spcFirstLastPara="1" rIns="380325" wrap="square" tIns="380325">
            <a:noAutofit/>
          </a:bodyPr>
          <a:lstStyle>
            <a:lvl1pPr indent="-364045" lvl="0" marL="457200" algn="l">
              <a:spcBef>
                <a:spcPts val="427"/>
              </a:spcBef>
              <a:spcAft>
                <a:spcPts val="0"/>
              </a:spcAft>
              <a:buClr>
                <a:schemeClr val="dk1"/>
              </a:buClr>
              <a:buSzPts val="2133"/>
              <a:buFont typeface="Arial"/>
              <a:buChar char="•"/>
              <a:defRPr sz="2133"/>
            </a:lvl1pPr>
            <a:lvl2pPr indent="-343725" lvl="1" marL="914400" algn="l">
              <a:spcBef>
                <a:spcPts val="363"/>
              </a:spcBef>
              <a:spcAft>
                <a:spcPts val="0"/>
              </a:spcAft>
              <a:buClr>
                <a:schemeClr val="dk1"/>
              </a:buClr>
              <a:buSzPts val="1813"/>
              <a:buFont typeface="Arial"/>
              <a:buChar char="–"/>
              <a:defRPr sz="1812"/>
            </a:lvl2pPr>
            <a:lvl3pPr indent="-330200" lvl="2" marL="1371600" algn="l">
              <a:spcBef>
                <a:spcPts val="320"/>
              </a:spcBef>
              <a:spcAft>
                <a:spcPts val="0"/>
              </a:spcAft>
              <a:buClr>
                <a:schemeClr val="dk1"/>
              </a:buClr>
              <a:buSzPts val="1600"/>
              <a:buFont typeface="Arial"/>
              <a:buChar char="•"/>
              <a:defRPr sz="1600"/>
            </a:lvl3pPr>
            <a:lvl4pPr indent="-316674" lvl="3" marL="1828800" algn="l">
              <a:spcBef>
                <a:spcPts val="277"/>
              </a:spcBef>
              <a:spcAft>
                <a:spcPts val="0"/>
              </a:spcAft>
              <a:buClr>
                <a:schemeClr val="dk1"/>
              </a:buClr>
              <a:buSzPts val="1387"/>
              <a:buFont typeface="Arial"/>
              <a:buChar char="–"/>
              <a:defRPr sz="1387"/>
            </a:lvl4pPr>
            <a:lvl5pPr indent="-316674" lvl="4" marL="2286000" algn="l">
              <a:spcBef>
                <a:spcPts val="277"/>
              </a:spcBef>
              <a:spcAft>
                <a:spcPts val="0"/>
              </a:spcAft>
              <a:buClr>
                <a:schemeClr val="dk1"/>
              </a:buClr>
              <a:buSzPts val="1387"/>
              <a:buFont typeface="Arial"/>
              <a:buChar char="»"/>
              <a:defRPr sz="1387"/>
            </a:lvl5pPr>
            <a:lvl6pPr indent="-316674" lvl="5" marL="2743200" algn="l">
              <a:spcBef>
                <a:spcPts val="277"/>
              </a:spcBef>
              <a:spcAft>
                <a:spcPts val="0"/>
              </a:spcAft>
              <a:buClr>
                <a:schemeClr val="dk1"/>
              </a:buClr>
              <a:buSzPts val="1387"/>
              <a:buFont typeface="Arial"/>
              <a:buChar char="»"/>
              <a:defRPr sz="1387"/>
            </a:lvl6pPr>
            <a:lvl7pPr indent="-316674" lvl="6" marL="3200400" algn="l">
              <a:spcBef>
                <a:spcPts val="277"/>
              </a:spcBef>
              <a:spcAft>
                <a:spcPts val="0"/>
              </a:spcAft>
              <a:buClr>
                <a:schemeClr val="dk1"/>
              </a:buClr>
              <a:buSzPts val="1387"/>
              <a:buFont typeface="Arial"/>
              <a:buChar char="»"/>
              <a:defRPr sz="1387"/>
            </a:lvl7pPr>
            <a:lvl8pPr indent="-316674" lvl="7" marL="3657600" algn="l">
              <a:spcBef>
                <a:spcPts val="277"/>
              </a:spcBef>
              <a:spcAft>
                <a:spcPts val="0"/>
              </a:spcAft>
              <a:buClr>
                <a:schemeClr val="dk1"/>
              </a:buClr>
              <a:buSzPts val="1387"/>
              <a:buFont typeface="Arial"/>
              <a:buChar char="»"/>
              <a:defRPr sz="1387"/>
            </a:lvl8pPr>
            <a:lvl9pPr indent="-316674" lvl="8" marL="4114800" algn="l">
              <a:spcBef>
                <a:spcPts val="277"/>
              </a:spcBef>
              <a:spcAft>
                <a:spcPts val="0"/>
              </a:spcAft>
              <a:buClr>
                <a:schemeClr val="dk1"/>
              </a:buClr>
              <a:buSzPts val="1387"/>
              <a:buFont typeface="Arial"/>
              <a:buChar char="»"/>
              <a:defRPr sz="1387"/>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9" name="Shape 39"/>
        <p:cNvGrpSpPr/>
        <p:nvPr/>
      </p:nvGrpSpPr>
      <p:grpSpPr>
        <a:xfrm>
          <a:off x="0" y="0"/>
          <a:ext cx="0" cy="0"/>
          <a:chOff x="0" y="0"/>
          <a:chExt cx="0" cy="0"/>
        </a:xfrm>
      </p:grpSpPr>
      <p:sp>
        <p:nvSpPr>
          <p:cNvPr id="40" name="Google Shape;40;p8"/>
          <p:cNvSpPr txBox="1"/>
          <p:nvPr>
            <p:ph type="title"/>
          </p:nvPr>
        </p:nvSpPr>
        <p:spPr>
          <a:xfrm>
            <a:off x="960120" y="1272540"/>
            <a:ext cx="41925240" cy="2202180"/>
          </a:xfrm>
          <a:prstGeom prst="rect">
            <a:avLst/>
          </a:prstGeom>
          <a:noFill/>
          <a:ln>
            <a:noFill/>
          </a:ln>
        </p:spPr>
        <p:txBody>
          <a:bodyPr anchorCtr="0" anchor="ctr" bIns="38000" lIns="76050" spcFirstLastPara="1" rIns="76050" wrap="square" tIns="380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1" name="Shape 41"/>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2" name="Shape 42"/>
        <p:cNvGrpSpPr/>
        <p:nvPr/>
      </p:nvGrpSpPr>
      <p:grpSpPr>
        <a:xfrm>
          <a:off x="0" y="0"/>
          <a:ext cx="0" cy="0"/>
          <a:chOff x="0" y="0"/>
          <a:chExt cx="0" cy="0"/>
        </a:xfrm>
      </p:grpSpPr>
      <p:sp>
        <p:nvSpPr>
          <p:cNvPr id="43" name="Google Shape;43;p10"/>
          <p:cNvSpPr txBox="1"/>
          <p:nvPr>
            <p:ph type="title"/>
          </p:nvPr>
        </p:nvSpPr>
        <p:spPr>
          <a:xfrm>
            <a:off x="2193926" y="1311276"/>
            <a:ext cx="14439901" cy="5576889"/>
          </a:xfrm>
          <a:prstGeom prst="rect">
            <a:avLst/>
          </a:prstGeom>
          <a:noFill/>
          <a:ln>
            <a:noFill/>
          </a:ln>
        </p:spPr>
        <p:txBody>
          <a:bodyPr anchorCtr="0" anchor="b" bIns="38000" lIns="76050" spcFirstLastPara="1" rIns="76050" wrap="square" tIns="38000">
            <a:noAutofit/>
          </a:bodyPr>
          <a:lstStyle>
            <a:lvl1pPr lvl="0" algn="l">
              <a:spcBef>
                <a:spcPts val="0"/>
              </a:spcBef>
              <a:spcAft>
                <a:spcPts val="0"/>
              </a:spcAft>
              <a:buSzPts val="1400"/>
              <a:buNone/>
              <a:defRPr b="1" sz="1812"/>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4" name="Google Shape;44;p10"/>
          <p:cNvSpPr txBox="1"/>
          <p:nvPr>
            <p:ph idx="1" type="body"/>
          </p:nvPr>
        </p:nvSpPr>
        <p:spPr>
          <a:xfrm>
            <a:off x="17160875" y="1311276"/>
            <a:ext cx="24536400" cy="28093989"/>
          </a:xfrm>
          <a:prstGeom prst="rect">
            <a:avLst/>
          </a:prstGeom>
          <a:noFill/>
          <a:ln>
            <a:noFill/>
          </a:ln>
        </p:spPr>
        <p:txBody>
          <a:bodyPr anchorCtr="0" anchor="t" bIns="380325" lIns="380325" spcFirstLastPara="1" rIns="380325" wrap="square" tIns="380325">
            <a:noAutofit/>
          </a:bodyPr>
          <a:lstStyle>
            <a:lvl1pPr indent="-411480" lvl="0" marL="457200" algn="l">
              <a:spcBef>
                <a:spcPts val="576"/>
              </a:spcBef>
              <a:spcAft>
                <a:spcPts val="0"/>
              </a:spcAft>
              <a:buClr>
                <a:schemeClr val="dk1"/>
              </a:buClr>
              <a:buSzPts val="2880"/>
              <a:buFont typeface="Arial"/>
              <a:buChar char="•"/>
              <a:defRPr sz="2880"/>
            </a:lvl1pPr>
            <a:lvl2pPr indent="-384365" lvl="1" marL="914400" algn="l">
              <a:spcBef>
                <a:spcPts val="491"/>
              </a:spcBef>
              <a:spcAft>
                <a:spcPts val="0"/>
              </a:spcAft>
              <a:buClr>
                <a:schemeClr val="dk1"/>
              </a:buClr>
              <a:buSzPts val="2453"/>
              <a:buFont typeface="Arial"/>
              <a:buChar char="–"/>
              <a:defRPr sz="2453"/>
            </a:lvl2pPr>
            <a:lvl3pPr indent="-364045" lvl="2" marL="1371600" algn="l">
              <a:spcBef>
                <a:spcPts val="427"/>
              </a:spcBef>
              <a:spcAft>
                <a:spcPts val="0"/>
              </a:spcAft>
              <a:buClr>
                <a:schemeClr val="dk1"/>
              </a:buClr>
              <a:buSzPts val="2133"/>
              <a:buFont typeface="Arial"/>
              <a:buChar char="•"/>
              <a:defRPr sz="2133"/>
            </a:lvl3pPr>
            <a:lvl4pPr indent="-343725" lvl="3" marL="1828800" algn="l">
              <a:spcBef>
                <a:spcPts val="363"/>
              </a:spcBef>
              <a:spcAft>
                <a:spcPts val="0"/>
              </a:spcAft>
              <a:buClr>
                <a:schemeClr val="dk1"/>
              </a:buClr>
              <a:buSzPts val="1813"/>
              <a:buFont typeface="Arial"/>
              <a:buChar char="–"/>
              <a:defRPr sz="1812"/>
            </a:lvl4pPr>
            <a:lvl5pPr indent="-343725" lvl="4" marL="2286000" algn="l">
              <a:spcBef>
                <a:spcPts val="363"/>
              </a:spcBef>
              <a:spcAft>
                <a:spcPts val="0"/>
              </a:spcAft>
              <a:buClr>
                <a:schemeClr val="dk1"/>
              </a:buClr>
              <a:buSzPts val="1813"/>
              <a:buFont typeface="Arial"/>
              <a:buChar char="»"/>
              <a:defRPr sz="1812"/>
            </a:lvl5pPr>
            <a:lvl6pPr indent="-343725" lvl="5" marL="2743200" algn="l">
              <a:spcBef>
                <a:spcPts val="363"/>
              </a:spcBef>
              <a:spcAft>
                <a:spcPts val="0"/>
              </a:spcAft>
              <a:buClr>
                <a:schemeClr val="dk1"/>
              </a:buClr>
              <a:buSzPts val="1813"/>
              <a:buFont typeface="Arial"/>
              <a:buChar char="»"/>
              <a:defRPr sz="1812"/>
            </a:lvl6pPr>
            <a:lvl7pPr indent="-343725" lvl="6" marL="3200400" algn="l">
              <a:spcBef>
                <a:spcPts val="363"/>
              </a:spcBef>
              <a:spcAft>
                <a:spcPts val="0"/>
              </a:spcAft>
              <a:buClr>
                <a:schemeClr val="dk1"/>
              </a:buClr>
              <a:buSzPts val="1813"/>
              <a:buFont typeface="Arial"/>
              <a:buChar char="»"/>
              <a:defRPr sz="1812"/>
            </a:lvl7pPr>
            <a:lvl8pPr indent="-343725" lvl="7" marL="3657600" algn="l">
              <a:spcBef>
                <a:spcPts val="363"/>
              </a:spcBef>
              <a:spcAft>
                <a:spcPts val="0"/>
              </a:spcAft>
              <a:buClr>
                <a:schemeClr val="dk1"/>
              </a:buClr>
              <a:buSzPts val="1813"/>
              <a:buFont typeface="Arial"/>
              <a:buChar char="»"/>
              <a:defRPr sz="1812"/>
            </a:lvl8pPr>
            <a:lvl9pPr indent="-343725" lvl="8" marL="4114800" algn="l">
              <a:spcBef>
                <a:spcPts val="363"/>
              </a:spcBef>
              <a:spcAft>
                <a:spcPts val="0"/>
              </a:spcAft>
              <a:buClr>
                <a:schemeClr val="dk1"/>
              </a:buClr>
              <a:buSzPts val="1813"/>
              <a:buFont typeface="Arial"/>
              <a:buChar char="»"/>
              <a:defRPr sz="1812"/>
            </a:lvl9pPr>
          </a:lstStyle>
          <a:p/>
        </p:txBody>
      </p:sp>
      <p:sp>
        <p:nvSpPr>
          <p:cNvPr id="45" name="Google Shape;45;p10"/>
          <p:cNvSpPr txBox="1"/>
          <p:nvPr>
            <p:ph idx="2" type="body"/>
          </p:nvPr>
        </p:nvSpPr>
        <p:spPr>
          <a:xfrm>
            <a:off x="2193926" y="6888164"/>
            <a:ext cx="14439901" cy="22517100"/>
          </a:xfrm>
          <a:prstGeom prst="rect">
            <a:avLst/>
          </a:prstGeom>
          <a:noFill/>
          <a:ln>
            <a:noFill/>
          </a:ln>
        </p:spPr>
        <p:txBody>
          <a:bodyPr anchorCtr="0" anchor="t" bIns="380325" lIns="380325" spcFirstLastPara="1" rIns="380325" wrap="square" tIns="380325">
            <a:noAutofit/>
          </a:bodyPr>
          <a:lstStyle>
            <a:lvl1pPr indent="-228600" lvl="0" marL="457200" algn="l">
              <a:spcBef>
                <a:spcPts val="256"/>
              </a:spcBef>
              <a:spcAft>
                <a:spcPts val="0"/>
              </a:spcAft>
              <a:buClr>
                <a:schemeClr val="dk1"/>
              </a:buClr>
              <a:buSzPts val="1280"/>
              <a:buFont typeface="Arial"/>
              <a:buNone/>
              <a:defRPr sz="1280"/>
            </a:lvl1pPr>
            <a:lvl2pPr indent="-228600" lvl="1" marL="914400" algn="l">
              <a:spcBef>
                <a:spcPts val="213"/>
              </a:spcBef>
              <a:spcAft>
                <a:spcPts val="0"/>
              </a:spcAft>
              <a:buClr>
                <a:schemeClr val="dk1"/>
              </a:buClr>
              <a:buSzPts val="1067"/>
              <a:buFont typeface="Arial"/>
              <a:buNone/>
              <a:defRPr sz="1067"/>
            </a:lvl2pPr>
            <a:lvl3pPr indent="-228600" lvl="2" marL="1371600" algn="l">
              <a:spcBef>
                <a:spcPts val="171"/>
              </a:spcBef>
              <a:spcAft>
                <a:spcPts val="0"/>
              </a:spcAft>
              <a:buClr>
                <a:schemeClr val="dk1"/>
              </a:buClr>
              <a:buSzPts val="853"/>
              <a:buFont typeface="Arial"/>
              <a:buNone/>
              <a:defRPr sz="853"/>
            </a:lvl3pPr>
            <a:lvl4pPr indent="-228600" lvl="3" marL="1828800" algn="l">
              <a:spcBef>
                <a:spcPts val="149"/>
              </a:spcBef>
              <a:spcAft>
                <a:spcPts val="0"/>
              </a:spcAft>
              <a:buClr>
                <a:schemeClr val="dk1"/>
              </a:buClr>
              <a:buSzPts val="747"/>
              <a:buFont typeface="Arial"/>
              <a:buNone/>
              <a:defRPr sz="747"/>
            </a:lvl4pPr>
            <a:lvl5pPr indent="-228600" lvl="4" marL="2286000" algn="l">
              <a:spcBef>
                <a:spcPts val="149"/>
              </a:spcBef>
              <a:spcAft>
                <a:spcPts val="0"/>
              </a:spcAft>
              <a:buClr>
                <a:schemeClr val="dk1"/>
              </a:buClr>
              <a:buSzPts val="747"/>
              <a:buFont typeface="Arial"/>
              <a:buNone/>
              <a:defRPr sz="747"/>
            </a:lvl5pPr>
            <a:lvl6pPr indent="-228600" lvl="5" marL="2743200" algn="l">
              <a:spcBef>
                <a:spcPts val="149"/>
              </a:spcBef>
              <a:spcAft>
                <a:spcPts val="0"/>
              </a:spcAft>
              <a:buClr>
                <a:schemeClr val="dk1"/>
              </a:buClr>
              <a:buSzPts val="747"/>
              <a:buFont typeface="Arial"/>
              <a:buNone/>
              <a:defRPr sz="747"/>
            </a:lvl6pPr>
            <a:lvl7pPr indent="-228600" lvl="6" marL="3200400" algn="l">
              <a:spcBef>
                <a:spcPts val="149"/>
              </a:spcBef>
              <a:spcAft>
                <a:spcPts val="0"/>
              </a:spcAft>
              <a:buClr>
                <a:schemeClr val="dk1"/>
              </a:buClr>
              <a:buSzPts val="747"/>
              <a:buFont typeface="Arial"/>
              <a:buNone/>
              <a:defRPr sz="747"/>
            </a:lvl7pPr>
            <a:lvl8pPr indent="-228600" lvl="7" marL="3657600" algn="l">
              <a:spcBef>
                <a:spcPts val="149"/>
              </a:spcBef>
              <a:spcAft>
                <a:spcPts val="0"/>
              </a:spcAft>
              <a:buClr>
                <a:schemeClr val="dk1"/>
              </a:buClr>
              <a:buSzPts val="747"/>
              <a:buFont typeface="Arial"/>
              <a:buNone/>
              <a:defRPr sz="747"/>
            </a:lvl8pPr>
            <a:lvl9pPr indent="-228600" lvl="8" marL="4114800" algn="l">
              <a:spcBef>
                <a:spcPts val="149"/>
              </a:spcBef>
              <a:spcAft>
                <a:spcPts val="0"/>
              </a:spcAft>
              <a:buClr>
                <a:schemeClr val="dk1"/>
              </a:buClr>
              <a:buSzPts val="747"/>
              <a:buFont typeface="Arial"/>
              <a:buNone/>
              <a:defRPr sz="747"/>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46" name="Shape 46"/>
        <p:cNvGrpSpPr/>
        <p:nvPr/>
      </p:nvGrpSpPr>
      <p:grpSpPr>
        <a:xfrm>
          <a:off x="0" y="0"/>
          <a:ext cx="0" cy="0"/>
          <a:chOff x="0" y="0"/>
          <a:chExt cx="0" cy="0"/>
        </a:xfrm>
      </p:grpSpPr>
      <p:sp>
        <p:nvSpPr>
          <p:cNvPr id="47" name="Google Shape;47;p11"/>
          <p:cNvSpPr txBox="1"/>
          <p:nvPr>
            <p:ph type="title"/>
          </p:nvPr>
        </p:nvSpPr>
        <p:spPr>
          <a:xfrm>
            <a:off x="8602664" y="23042566"/>
            <a:ext cx="26335037" cy="2720975"/>
          </a:xfrm>
          <a:prstGeom prst="rect">
            <a:avLst/>
          </a:prstGeom>
          <a:noFill/>
          <a:ln>
            <a:noFill/>
          </a:ln>
        </p:spPr>
        <p:txBody>
          <a:bodyPr anchorCtr="0" anchor="b" bIns="38000" lIns="76050" spcFirstLastPara="1" rIns="76050" wrap="square" tIns="38000">
            <a:noAutofit/>
          </a:bodyPr>
          <a:lstStyle>
            <a:lvl1pPr lvl="0" algn="l">
              <a:spcBef>
                <a:spcPts val="0"/>
              </a:spcBef>
              <a:spcAft>
                <a:spcPts val="0"/>
              </a:spcAft>
              <a:buSzPts val="1400"/>
              <a:buNone/>
              <a:defRPr b="1" sz="1812"/>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8" name="Google Shape;48;p11"/>
          <p:cNvSpPr/>
          <p:nvPr>
            <p:ph idx="2" type="pic"/>
          </p:nvPr>
        </p:nvSpPr>
        <p:spPr>
          <a:xfrm>
            <a:off x="8602664" y="2941640"/>
            <a:ext cx="26335037" cy="19750088"/>
          </a:xfrm>
          <a:prstGeom prst="rect">
            <a:avLst/>
          </a:prstGeom>
          <a:noFill/>
          <a:ln>
            <a:noFill/>
          </a:ln>
        </p:spPr>
      </p:sp>
      <p:sp>
        <p:nvSpPr>
          <p:cNvPr id="49" name="Google Shape;49;p11"/>
          <p:cNvSpPr txBox="1"/>
          <p:nvPr>
            <p:ph idx="1" type="body"/>
          </p:nvPr>
        </p:nvSpPr>
        <p:spPr>
          <a:xfrm>
            <a:off x="8602664" y="25763540"/>
            <a:ext cx="26335037" cy="3862388"/>
          </a:xfrm>
          <a:prstGeom prst="rect">
            <a:avLst/>
          </a:prstGeom>
          <a:noFill/>
          <a:ln>
            <a:noFill/>
          </a:ln>
        </p:spPr>
        <p:txBody>
          <a:bodyPr anchorCtr="0" anchor="t" bIns="380325" lIns="380325" spcFirstLastPara="1" rIns="380325" wrap="square" tIns="380325">
            <a:noAutofit/>
          </a:bodyPr>
          <a:lstStyle>
            <a:lvl1pPr indent="-228600" lvl="0" marL="457200" algn="l">
              <a:spcBef>
                <a:spcPts val="256"/>
              </a:spcBef>
              <a:spcAft>
                <a:spcPts val="0"/>
              </a:spcAft>
              <a:buClr>
                <a:schemeClr val="dk1"/>
              </a:buClr>
              <a:buSzPts val="1280"/>
              <a:buFont typeface="Arial"/>
              <a:buNone/>
              <a:defRPr sz="1280"/>
            </a:lvl1pPr>
            <a:lvl2pPr indent="-228600" lvl="1" marL="914400" algn="l">
              <a:spcBef>
                <a:spcPts val="213"/>
              </a:spcBef>
              <a:spcAft>
                <a:spcPts val="0"/>
              </a:spcAft>
              <a:buClr>
                <a:schemeClr val="dk1"/>
              </a:buClr>
              <a:buSzPts val="1067"/>
              <a:buFont typeface="Arial"/>
              <a:buNone/>
              <a:defRPr sz="1067"/>
            </a:lvl2pPr>
            <a:lvl3pPr indent="-228600" lvl="2" marL="1371600" algn="l">
              <a:spcBef>
                <a:spcPts val="171"/>
              </a:spcBef>
              <a:spcAft>
                <a:spcPts val="0"/>
              </a:spcAft>
              <a:buClr>
                <a:schemeClr val="dk1"/>
              </a:buClr>
              <a:buSzPts val="853"/>
              <a:buFont typeface="Arial"/>
              <a:buNone/>
              <a:defRPr sz="853"/>
            </a:lvl3pPr>
            <a:lvl4pPr indent="-228600" lvl="3" marL="1828800" algn="l">
              <a:spcBef>
                <a:spcPts val="149"/>
              </a:spcBef>
              <a:spcAft>
                <a:spcPts val="0"/>
              </a:spcAft>
              <a:buClr>
                <a:schemeClr val="dk1"/>
              </a:buClr>
              <a:buSzPts val="747"/>
              <a:buFont typeface="Arial"/>
              <a:buNone/>
              <a:defRPr sz="747"/>
            </a:lvl4pPr>
            <a:lvl5pPr indent="-228600" lvl="4" marL="2286000" algn="l">
              <a:spcBef>
                <a:spcPts val="149"/>
              </a:spcBef>
              <a:spcAft>
                <a:spcPts val="0"/>
              </a:spcAft>
              <a:buClr>
                <a:schemeClr val="dk1"/>
              </a:buClr>
              <a:buSzPts val="747"/>
              <a:buFont typeface="Arial"/>
              <a:buNone/>
              <a:defRPr sz="747"/>
            </a:lvl5pPr>
            <a:lvl6pPr indent="-228600" lvl="5" marL="2743200" algn="l">
              <a:spcBef>
                <a:spcPts val="149"/>
              </a:spcBef>
              <a:spcAft>
                <a:spcPts val="0"/>
              </a:spcAft>
              <a:buClr>
                <a:schemeClr val="dk1"/>
              </a:buClr>
              <a:buSzPts val="747"/>
              <a:buFont typeface="Arial"/>
              <a:buNone/>
              <a:defRPr sz="747"/>
            </a:lvl6pPr>
            <a:lvl7pPr indent="-228600" lvl="6" marL="3200400" algn="l">
              <a:spcBef>
                <a:spcPts val="149"/>
              </a:spcBef>
              <a:spcAft>
                <a:spcPts val="0"/>
              </a:spcAft>
              <a:buClr>
                <a:schemeClr val="dk1"/>
              </a:buClr>
              <a:buSzPts val="747"/>
              <a:buFont typeface="Arial"/>
              <a:buNone/>
              <a:defRPr sz="747"/>
            </a:lvl7pPr>
            <a:lvl8pPr indent="-228600" lvl="7" marL="3657600" algn="l">
              <a:spcBef>
                <a:spcPts val="149"/>
              </a:spcBef>
              <a:spcAft>
                <a:spcPts val="0"/>
              </a:spcAft>
              <a:buClr>
                <a:schemeClr val="dk1"/>
              </a:buClr>
              <a:buSzPts val="747"/>
              <a:buFont typeface="Arial"/>
              <a:buNone/>
              <a:defRPr sz="747"/>
            </a:lvl8pPr>
            <a:lvl9pPr indent="-228600" lvl="8" marL="4114800" algn="l">
              <a:spcBef>
                <a:spcPts val="149"/>
              </a:spcBef>
              <a:spcAft>
                <a:spcPts val="0"/>
              </a:spcAft>
              <a:buClr>
                <a:schemeClr val="dk1"/>
              </a:buClr>
              <a:buSzPts val="747"/>
              <a:buFont typeface="Arial"/>
              <a:buNone/>
              <a:defRPr sz="747"/>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50" name="Shape 50"/>
        <p:cNvGrpSpPr/>
        <p:nvPr/>
      </p:nvGrpSpPr>
      <p:grpSpPr>
        <a:xfrm>
          <a:off x="0" y="0"/>
          <a:ext cx="0" cy="0"/>
          <a:chOff x="0" y="0"/>
          <a:chExt cx="0" cy="0"/>
        </a:xfrm>
      </p:grpSpPr>
      <p:sp>
        <p:nvSpPr>
          <p:cNvPr id="51" name="Google Shape;51;p12"/>
          <p:cNvSpPr txBox="1"/>
          <p:nvPr>
            <p:ph type="title"/>
          </p:nvPr>
        </p:nvSpPr>
        <p:spPr>
          <a:xfrm>
            <a:off x="960120" y="1272540"/>
            <a:ext cx="41925240" cy="2202180"/>
          </a:xfrm>
          <a:prstGeom prst="rect">
            <a:avLst/>
          </a:prstGeom>
          <a:noFill/>
          <a:ln>
            <a:noFill/>
          </a:ln>
        </p:spPr>
        <p:txBody>
          <a:bodyPr anchorCtr="0" anchor="ctr" bIns="38000" lIns="76050" spcFirstLastPara="1" rIns="76050" wrap="square" tIns="380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2" name="Google Shape;52;p12"/>
          <p:cNvSpPr txBox="1"/>
          <p:nvPr>
            <p:ph idx="1" type="body"/>
          </p:nvPr>
        </p:nvSpPr>
        <p:spPr>
          <a:xfrm rot="5400000">
            <a:off x="-7600949" y="13933170"/>
            <a:ext cx="26563320" cy="9974580"/>
          </a:xfrm>
          <a:prstGeom prst="rect">
            <a:avLst/>
          </a:prstGeom>
          <a:noFill/>
          <a:ln>
            <a:noFill/>
          </a:ln>
        </p:spPr>
        <p:txBody>
          <a:bodyPr anchorCtr="0" anchor="t" bIns="380325" lIns="380325" spcFirstLastPara="1" rIns="380325" wrap="square" tIns="380325">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53" name="Shape 53"/>
        <p:cNvGrpSpPr/>
        <p:nvPr/>
      </p:nvGrpSpPr>
      <p:grpSpPr>
        <a:xfrm>
          <a:off x="0" y="0"/>
          <a:ext cx="0" cy="0"/>
          <a:chOff x="0" y="0"/>
          <a:chExt cx="0" cy="0"/>
        </a:xfrm>
      </p:grpSpPr>
      <p:sp>
        <p:nvSpPr>
          <p:cNvPr id="54" name="Google Shape;54;p13"/>
          <p:cNvSpPr txBox="1"/>
          <p:nvPr>
            <p:ph type="title"/>
          </p:nvPr>
        </p:nvSpPr>
        <p:spPr>
          <a:xfrm rot="5400000">
            <a:off x="22146421" y="11464134"/>
            <a:ext cx="30929264" cy="10547351"/>
          </a:xfrm>
          <a:prstGeom prst="rect">
            <a:avLst/>
          </a:prstGeom>
          <a:noFill/>
          <a:ln>
            <a:noFill/>
          </a:ln>
        </p:spPr>
        <p:txBody>
          <a:bodyPr anchorCtr="0" anchor="ctr" bIns="38000" lIns="76050" spcFirstLastPara="1" rIns="76050" wrap="square" tIns="380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5" name="Google Shape;55;p13"/>
          <p:cNvSpPr txBox="1"/>
          <p:nvPr>
            <p:ph idx="1" type="body"/>
          </p:nvPr>
        </p:nvSpPr>
        <p:spPr>
          <a:xfrm rot="5400000">
            <a:off x="974727" y="992189"/>
            <a:ext cx="30929264" cy="31491239"/>
          </a:xfrm>
          <a:prstGeom prst="rect">
            <a:avLst/>
          </a:prstGeom>
          <a:noFill/>
          <a:ln>
            <a:noFill/>
          </a:ln>
        </p:spPr>
        <p:txBody>
          <a:bodyPr anchorCtr="0" anchor="t" bIns="380325" lIns="380325" spcFirstLastPara="1" rIns="380325" wrap="square" tIns="380325">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6" name="Shape 66"/>
        <p:cNvGrpSpPr/>
        <p:nvPr/>
      </p:nvGrpSpPr>
      <p:grpSpPr>
        <a:xfrm>
          <a:off x="0" y="0"/>
          <a:ext cx="0" cy="0"/>
          <a:chOff x="0" y="0"/>
          <a:chExt cx="0" cy="0"/>
        </a:xfrm>
      </p:grpSpPr>
      <p:sp>
        <p:nvSpPr>
          <p:cNvPr id="67" name="Google Shape;67;p15"/>
          <p:cNvSpPr txBox="1"/>
          <p:nvPr>
            <p:ph type="ctrTitle"/>
          </p:nvPr>
        </p:nvSpPr>
        <p:spPr>
          <a:xfrm>
            <a:off x="3292477" y="10226676"/>
            <a:ext cx="37306252" cy="7054851"/>
          </a:xfrm>
          <a:prstGeom prst="rect">
            <a:avLst/>
          </a:prstGeom>
          <a:noFill/>
          <a:ln>
            <a:noFill/>
          </a:ln>
        </p:spPr>
        <p:txBody>
          <a:bodyPr anchorCtr="0" anchor="ctr" bIns="38000" lIns="76050" spcFirstLastPara="1" rIns="76050" wrap="square" tIns="380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8" name="Google Shape;68;p15"/>
          <p:cNvSpPr txBox="1"/>
          <p:nvPr>
            <p:ph idx="1" type="subTitle"/>
          </p:nvPr>
        </p:nvSpPr>
        <p:spPr>
          <a:xfrm>
            <a:off x="6583365" y="18653127"/>
            <a:ext cx="30724475" cy="8413749"/>
          </a:xfrm>
          <a:prstGeom prst="rect">
            <a:avLst/>
          </a:prstGeom>
          <a:noFill/>
          <a:ln>
            <a:noFill/>
          </a:ln>
        </p:spPr>
        <p:txBody>
          <a:bodyPr anchorCtr="0" anchor="t" bIns="380325" lIns="380325" spcFirstLastPara="1" rIns="380325" wrap="square" tIns="380325">
            <a:noAutofit/>
          </a:bodyPr>
          <a:lstStyle>
            <a:lvl1pPr lvl="0" algn="ctr">
              <a:spcBef>
                <a:spcPts val="512"/>
              </a:spcBef>
              <a:spcAft>
                <a:spcPts val="0"/>
              </a:spcAft>
              <a:buClr>
                <a:schemeClr val="dk1"/>
              </a:buClr>
              <a:buSzPts val="2560"/>
              <a:buFont typeface="Arial"/>
              <a:buNone/>
              <a:defRPr/>
            </a:lvl1pPr>
            <a:lvl2pPr lvl="1" algn="ctr">
              <a:spcBef>
                <a:spcPts val="512"/>
              </a:spcBef>
              <a:spcAft>
                <a:spcPts val="0"/>
              </a:spcAft>
              <a:buClr>
                <a:schemeClr val="dk1"/>
              </a:buClr>
              <a:buSzPts val="2560"/>
              <a:buFont typeface="Arial"/>
              <a:buNone/>
              <a:defRPr/>
            </a:lvl2pPr>
            <a:lvl3pPr lvl="2" algn="ctr">
              <a:spcBef>
                <a:spcPts val="427"/>
              </a:spcBef>
              <a:spcAft>
                <a:spcPts val="0"/>
              </a:spcAft>
              <a:buClr>
                <a:schemeClr val="dk1"/>
              </a:buClr>
              <a:buSzPts val="2133"/>
              <a:buFont typeface="Arial"/>
              <a:buNone/>
              <a:defRPr/>
            </a:lvl3pPr>
            <a:lvl4pPr lvl="3" algn="ctr">
              <a:spcBef>
                <a:spcPts val="341"/>
              </a:spcBef>
              <a:spcAft>
                <a:spcPts val="0"/>
              </a:spcAft>
              <a:buClr>
                <a:schemeClr val="dk1"/>
              </a:buClr>
              <a:buSzPts val="1707"/>
              <a:buFont typeface="Arial"/>
              <a:buNone/>
              <a:defRPr/>
            </a:lvl4pPr>
            <a:lvl5pPr lvl="4" algn="ctr">
              <a:spcBef>
                <a:spcPts val="341"/>
              </a:spcBef>
              <a:spcAft>
                <a:spcPts val="0"/>
              </a:spcAft>
              <a:buClr>
                <a:schemeClr val="dk1"/>
              </a:buClr>
              <a:buSzPts val="1707"/>
              <a:buFont typeface="Arial"/>
              <a:buNone/>
              <a:defRPr/>
            </a:lvl5pPr>
            <a:lvl6pPr lvl="5" algn="ctr">
              <a:spcBef>
                <a:spcPts val="341"/>
              </a:spcBef>
              <a:spcAft>
                <a:spcPts val="0"/>
              </a:spcAft>
              <a:buClr>
                <a:schemeClr val="dk1"/>
              </a:buClr>
              <a:buSzPts val="1707"/>
              <a:buFont typeface="Arial"/>
              <a:buNone/>
              <a:defRPr/>
            </a:lvl6pPr>
            <a:lvl7pPr lvl="6" algn="ctr">
              <a:spcBef>
                <a:spcPts val="341"/>
              </a:spcBef>
              <a:spcAft>
                <a:spcPts val="0"/>
              </a:spcAft>
              <a:buClr>
                <a:schemeClr val="dk1"/>
              </a:buClr>
              <a:buSzPts val="1707"/>
              <a:buFont typeface="Arial"/>
              <a:buNone/>
              <a:defRPr/>
            </a:lvl7pPr>
            <a:lvl8pPr lvl="7" algn="ctr">
              <a:spcBef>
                <a:spcPts val="341"/>
              </a:spcBef>
              <a:spcAft>
                <a:spcPts val="0"/>
              </a:spcAft>
              <a:buClr>
                <a:schemeClr val="dk1"/>
              </a:buClr>
              <a:buSzPts val="1707"/>
              <a:buFont typeface="Arial"/>
              <a:buNone/>
              <a:defRPr/>
            </a:lvl8pPr>
            <a:lvl9pPr lvl="8" algn="ctr">
              <a:spcBef>
                <a:spcPts val="341"/>
              </a:spcBef>
              <a:spcAft>
                <a:spcPts val="0"/>
              </a:spcAft>
              <a:buClr>
                <a:schemeClr val="dk1"/>
              </a:buClr>
              <a:buSzPts val="1707"/>
              <a:buFont typeface="Arial"/>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9" name="Shape 69"/>
        <p:cNvGrpSpPr/>
        <p:nvPr/>
      </p:nvGrpSpPr>
      <p:grpSpPr>
        <a:xfrm>
          <a:off x="0" y="0"/>
          <a:ext cx="0" cy="0"/>
          <a:chOff x="0" y="0"/>
          <a:chExt cx="0" cy="0"/>
        </a:xfrm>
      </p:grpSpPr>
      <p:sp>
        <p:nvSpPr>
          <p:cNvPr id="70" name="Google Shape;70;p16"/>
          <p:cNvSpPr txBox="1"/>
          <p:nvPr>
            <p:ph type="title"/>
          </p:nvPr>
        </p:nvSpPr>
        <p:spPr>
          <a:xfrm>
            <a:off x="960120" y="1272540"/>
            <a:ext cx="41925240" cy="2202180"/>
          </a:xfrm>
          <a:prstGeom prst="rect">
            <a:avLst/>
          </a:prstGeom>
          <a:noFill/>
          <a:ln>
            <a:noFill/>
          </a:ln>
        </p:spPr>
        <p:txBody>
          <a:bodyPr anchorCtr="0" anchor="ctr" bIns="38000" lIns="76050" spcFirstLastPara="1" rIns="76050" wrap="square" tIns="380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1" name="Google Shape;71;p16"/>
          <p:cNvSpPr txBox="1"/>
          <p:nvPr>
            <p:ph idx="1" type="body"/>
          </p:nvPr>
        </p:nvSpPr>
        <p:spPr>
          <a:xfrm>
            <a:off x="693421" y="5638800"/>
            <a:ext cx="9974580" cy="26563320"/>
          </a:xfrm>
          <a:prstGeom prst="rect">
            <a:avLst/>
          </a:prstGeom>
          <a:noFill/>
          <a:ln>
            <a:noFill/>
          </a:ln>
        </p:spPr>
        <p:txBody>
          <a:bodyPr anchorCtr="0" anchor="t" bIns="380325" lIns="380325" spcFirstLastPara="1" rIns="380325" wrap="square" tIns="380325">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2" name="Shape 72"/>
        <p:cNvGrpSpPr/>
        <p:nvPr/>
      </p:nvGrpSpPr>
      <p:grpSpPr>
        <a:xfrm>
          <a:off x="0" y="0"/>
          <a:ext cx="0" cy="0"/>
          <a:chOff x="0" y="0"/>
          <a:chExt cx="0" cy="0"/>
        </a:xfrm>
      </p:grpSpPr>
      <p:sp>
        <p:nvSpPr>
          <p:cNvPr id="73" name="Google Shape;73;p17"/>
          <p:cNvSpPr txBox="1"/>
          <p:nvPr>
            <p:ph type="title"/>
          </p:nvPr>
        </p:nvSpPr>
        <p:spPr>
          <a:xfrm>
            <a:off x="3467103" y="21153440"/>
            <a:ext cx="37307839" cy="6537326"/>
          </a:xfrm>
          <a:prstGeom prst="rect">
            <a:avLst/>
          </a:prstGeom>
          <a:noFill/>
          <a:ln>
            <a:noFill/>
          </a:ln>
        </p:spPr>
        <p:txBody>
          <a:bodyPr anchorCtr="0" anchor="t" bIns="38000" lIns="76050" spcFirstLastPara="1" rIns="76050" wrap="square" tIns="38000">
            <a:noAutofit/>
          </a:bodyPr>
          <a:lstStyle>
            <a:lvl1pPr lvl="0" algn="l">
              <a:spcBef>
                <a:spcPts val="0"/>
              </a:spcBef>
              <a:spcAft>
                <a:spcPts val="0"/>
              </a:spcAft>
              <a:buSzPts val="1400"/>
              <a:buNone/>
              <a:defRPr b="1" sz="352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4" name="Google Shape;74;p17"/>
          <p:cNvSpPr txBox="1"/>
          <p:nvPr>
            <p:ph idx="1" type="body"/>
          </p:nvPr>
        </p:nvSpPr>
        <p:spPr>
          <a:xfrm>
            <a:off x="3467103" y="13952538"/>
            <a:ext cx="37307839" cy="7200900"/>
          </a:xfrm>
          <a:prstGeom prst="rect">
            <a:avLst/>
          </a:prstGeom>
          <a:noFill/>
          <a:ln>
            <a:noFill/>
          </a:ln>
        </p:spPr>
        <p:txBody>
          <a:bodyPr anchorCtr="0" anchor="b" bIns="380325" lIns="380325" spcFirstLastPara="1" rIns="380325" wrap="square" tIns="380325">
            <a:noAutofit/>
          </a:bodyPr>
          <a:lstStyle>
            <a:lvl1pPr indent="-228600" lvl="0" marL="457200" algn="l">
              <a:spcBef>
                <a:spcPts val="363"/>
              </a:spcBef>
              <a:spcAft>
                <a:spcPts val="0"/>
              </a:spcAft>
              <a:buClr>
                <a:schemeClr val="dk1"/>
              </a:buClr>
              <a:buSzPts val="1813"/>
              <a:buFont typeface="Arial"/>
              <a:buNone/>
              <a:defRPr sz="1812"/>
            </a:lvl1pPr>
            <a:lvl2pPr indent="-228600" lvl="1" marL="914400" algn="l">
              <a:spcBef>
                <a:spcPts val="320"/>
              </a:spcBef>
              <a:spcAft>
                <a:spcPts val="0"/>
              </a:spcAft>
              <a:buClr>
                <a:schemeClr val="dk1"/>
              </a:buClr>
              <a:buSzPts val="1600"/>
              <a:buFont typeface="Arial"/>
              <a:buNone/>
              <a:defRPr sz="1600"/>
            </a:lvl2pPr>
            <a:lvl3pPr indent="-228600" lvl="2" marL="1371600" algn="l">
              <a:spcBef>
                <a:spcPts val="277"/>
              </a:spcBef>
              <a:spcAft>
                <a:spcPts val="0"/>
              </a:spcAft>
              <a:buClr>
                <a:schemeClr val="dk1"/>
              </a:buClr>
              <a:buSzPts val="1387"/>
              <a:buFont typeface="Arial"/>
              <a:buNone/>
              <a:defRPr sz="1387"/>
            </a:lvl3pPr>
            <a:lvl4pPr indent="-228600" lvl="3" marL="1828800" algn="l">
              <a:spcBef>
                <a:spcPts val="256"/>
              </a:spcBef>
              <a:spcAft>
                <a:spcPts val="0"/>
              </a:spcAft>
              <a:buClr>
                <a:schemeClr val="dk1"/>
              </a:buClr>
              <a:buSzPts val="1280"/>
              <a:buFont typeface="Arial"/>
              <a:buNone/>
              <a:defRPr sz="1280"/>
            </a:lvl4pPr>
            <a:lvl5pPr indent="-228600" lvl="4" marL="2286000" algn="l">
              <a:spcBef>
                <a:spcPts val="256"/>
              </a:spcBef>
              <a:spcAft>
                <a:spcPts val="0"/>
              </a:spcAft>
              <a:buClr>
                <a:schemeClr val="dk1"/>
              </a:buClr>
              <a:buSzPts val="1280"/>
              <a:buFont typeface="Arial"/>
              <a:buNone/>
              <a:defRPr sz="1280"/>
            </a:lvl5pPr>
            <a:lvl6pPr indent="-228600" lvl="5" marL="2743200" algn="l">
              <a:spcBef>
                <a:spcPts val="256"/>
              </a:spcBef>
              <a:spcAft>
                <a:spcPts val="0"/>
              </a:spcAft>
              <a:buClr>
                <a:schemeClr val="dk1"/>
              </a:buClr>
              <a:buSzPts val="1280"/>
              <a:buFont typeface="Arial"/>
              <a:buNone/>
              <a:defRPr sz="1280"/>
            </a:lvl6pPr>
            <a:lvl7pPr indent="-228600" lvl="6" marL="3200400" algn="l">
              <a:spcBef>
                <a:spcPts val="256"/>
              </a:spcBef>
              <a:spcAft>
                <a:spcPts val="0"/>
              </a:spcAft>
              <a:buClr>
                <a:schemeClr val="dk1"/>
              </a:buClr>
              <a:buSzPts val="1280"/>
              <a:buFont typeface="Arial"/>
              <a:buNone/>
              <a:defRPr sz="1280"/>
            </a:lvl7pPr>
            <a:lvl8pPr indent="-228600" lvl="7" marL="3657600" algn="l">
              <a:spcBef>
                <a:spcPts val="256"/>
              </a:spcBef>
              <a:spcAft>
                <a:spcPts val="0"/>
              </a:spcAft>
              <a:buClr>
                <a:schemeClr val="dk1"/>
              </a:buClr>
              <a:buSzPts val="1280"/>
              <a:buFont typeface="Arial"/>
              <a:buNone/>
              <a:defRPr sz="1280"/>
            </a:lvl8pPr>
            <a:lvl9pPr indent="-228600" lvl="8" marL="4114800" algn="l">
              <a:spcBef>
                <a:spcPts val="256"/>
              </a:spcBef>
              <a:spcAft>
                <a:spcPts val="0"/>
              </a:spcAft>
              <a:buClr>
                <a:schemeClr val="dk1"/>
              </a:buClr>
              <a:buSzPts val="1280"/>
              <a:buFont typeface="Arial"/>
              <a:buNone/>
              <a:defRPr sz="128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5" name="Shape 75"/>
        <p:cNvGrpSpPr/>
        <p:nvPr/>
      </p:nvGrpSpPr>
      <p:grpSpPr>
        <a:xfrm>
          <a:off x="0" y="0"/>
          <a:ext cx="0" cy="0"/>
          <a:chOff x="0" y="0"/>
          <a:chExt cx="0" cy="0"/>
        </a:xfrm>
      </p:grpSpPr>
      <p:sp>
        <p:nvSpPr>
          <p:cNvPr id="76" name="Google Shape;76;p18"/>
          <p:cNvSpPr txBox="1"/>
          <p:nvPr>
            <p:ph type="title"/>
          </p:nvPr>
        </p:nvSpPr>
        <p:spPr>
          <a:xfrm>
            <a:off x="960120" y="1272540"/>
            <a:ext cx="41925240" cy="2202180"/>
          </a:xfrm>
          <a:prstGeom prst="rect">
            <a:avLst/>
          </a:prstGeom>
          <a:noFill/>
          <a:ln>
            <a:noFill/>
          </a:ln>
        </p:spPr>
        <p:txBody>
          <a:bodyPr anchorCtr="0" anchor="ctr" bIns="38000" lIns="76050" spcFirstLastPara="1" rIns="76050" wrap="square" tIns="380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7" name="Google Shape;77;p18"/>
          <p:cNvSpPr txBox="1"/>
          <p:nvPr>
            <p:ph idx="1" type="body"/>
          </p:nvPr>
        </p:nvSpPr>
        <p:spPr>
          <a:xfrm>
            <a:off x="693739" y="5638802"/>
            <a:ext cx="4910137" cy="26563638"/>
          </a:xfrm>
          <a:prstGeom prst="rect">
            <a:avLst/>
          </a:prstGeom>
          <a:noFill/>
          <a:ln>
            <a:noFill/>
          </a:ln>
        </p:spPr>
        <p:txBody>
          <a:bodyPr anchorCtr="0" anchor="t" bIns="380325" lIns="380325" spcFirstLastPara="1" rIns="380325" wrap="square" tIns="380325">
            <a:noAutofit/>
          </a:bodyPr>
          <a:lstStyle>
            <a:lvl1pPr indent="-384365" lvl="0" marL="457200" algn="l">
              <a:spcBef>
                <a:spcPts val="491"/>
              </a:spcBef>
              <a:spcAft>
                <a:spcPts val="0"/>
              </a:spcAft>
              <a:buClr>
                <a:schemeClr val="dk1"/>
              </a:buClr>
              <a:buSzPts val="2453"/>
              <a:buFont typeface="Arial"/>
              <a:buChar char="•"/>
              <a:defRPr sz="2453"/>
            </a:lvl1pPr>
            <a:lvl2pPr indent="-364045" lvl="1" marL="914400" algn="l">
              <a:spcBef>
                <a:spcPts val="427"/>
              </a:spcBef>
              <a:spcAft>
                <a:spcPts val="0"/>
              </a:spcAft>
              <a:buClr>
                <a:schemeClr val="dk1"/>
              </a:buClr>
              <a:buSzPts val="2133"/>
              <a:buFont typeface="Arial"/>
              <a:buChar char="–"/>
              <a:defRPr sz="2133"/>
            </a:lvl2pPr>
            <a:lvl3pPr indent="-343725" lvl="2" marL="1371600" algn="l">
              <a:spcBef>
                <a:spcPts val="363"/>
              </a:spcBef>
              <a:spcAft>
                <a:spcPts val="0"/>
              </a:spcAft>
              <a:buClr>
                <a:schemeClr val="dk1"/>
              </a:buClr>
              <a:buSzPts val="1813"/>
              <a:buFont typeface="Arial"/>
              <a:buChar char="•"/>
              <a:defRPr sz="1812"/>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78" name="Google Shape;78;p18"/>
          <p:cNvSpPr txBox="1"/>
          <p:nvPr>
            <p:ph idx="2" type="body"/>
          </p:nvPr>
        </p:nvSpPr>
        <p:spPr>
          <a:xfrm>
            <a:off x="5756275" y="5638802"/>
            <a:ext cx="4911725" cy="26563638"/>
          </a:xfrm>
          <a:prstGeom prst="rect">
            <a:avLst/>
          </a:prstGeom>
          <a:noFill/>
          <a:ln>
            <a:noFill/>
          </a:ln>
        </p:spPr>
        <p:txBody>
          <a:bodyPr anchorCtr="0" anchor="t" bIns="380325" lIns="380325" spcFirstLastPara="1" rIns="380325" wrap="square" tIns="380325">
            <a:noAutofit/>
          </a:bodyPr>
          <a:lstStyle>
            <a:lvl1pPr indent="-384365" lvl="0" marL="457200" algn="l">
              <a:spcBef>
                <a:spcPts val="491"/>
              </a:spcBef>
              <a:spcAft>
                <a:spcPts val="0"/>
              </a:spcAft>
              <a:buClr>
                <a:schemeClr val="dk1"/>
              </a:buClr>
              <a:buSzPts val="2453"/>
              <a:buFont typeface="Arial"/>
              <a:buChar char="•"/>
              <a:defRPr sz="2453"/>
            </a:lvl1pPr>
            <a:lvl2pPr indent="-364045" lvl="1" marL="914400" algn="l">
              <a:spcBef>
                <a:spcPts val="427"/>
              </a:spcBef>
              <a:spcAft>
                <a:spcPts val="0"/>
              </a:spcAft>
              <a:buClr>
                <a:schemeClr val="dk1"/>
              </a:buClr>
              <a:buSzPts val="2133"/>
              <a:buFont typeface="Arial"/>
              <a:buChar char="–"/>
              <a:defRPr sz="2133"/>
            </a:lvl2pPr>
            <a:lvl3pPr indent="-343725" lvl="2" marL="1371600" algn="l">
              <a:spcBef>
                <a:spcPts val="363"/>
              </a:spcBef>
              <a:spcAft>
                <a:spcPts val="0"/>
              </a:spcAft>
              <a:buClr>
                <a:schemeClr val="dk1"/>
              </a:buClr>
              <a:buSzPts val="1813"/>
              <a:buFont typeface="Arial"/>
              <a:buChar char="•"/>
              <a:defRPr sz="1812"/>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79" name="Shape 79"/>
        <p:cNvGrpSpPr/>
        <p:nvPr/>
      </p:nvGrpSpPr>
      <p:grpSpPr>
        <a:xfrm>
          <a:off x="0" y="0"/>
          <a:ext cx="0" cy="0"/>
          <a:chOff x="0" y="0"/>
          <a:chExt cx="0" cy="0"/>
        </a:xfrm>
      </p:grpSpPr>
      <p:sp>
        <p:nvSpPr>
          <p:cNvPr id="80" name="Google Shape;80;p19"/>
          <p:cNvSpPr txBox="1"/>
          <p:nvPr>
            <p:ph type="title"/>
          </p:nvPr>
        </p:nvSpPr>
        <p:spPr>
          <a:xfrm>
            <a:off x="2193926" y="1317626"/>
            <a:ext cx="39503351" cy="5486400"/>
          </a:xfrm>
          <a:prstGeom prst="rect">
            <a:avLst/>
          </a:prstGeom>
          <a:noFill/>
          <a:ln>
            <a:noFill/>
          </a:ln>
        </p:spPr>
        <p:txBody>
          <a:bodyPr anchorCtr="0" anchor="ctr" bIns="38000" lIns="76050" spcFirstLastPara="1" rIns="76050" wrap="square" tIns="380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1" name="Google Shape;81;p19"/>
          <p:cNvSpPr txBox="1"/>
          <p:nvPr>
            <p:ph idx="1" type="body"/>
          </p:nvPr>
        </p:nvSpPr>
        <p:spPr>
          <a:xfrm>
            <a:off x="2193926" y="7369178"/>
            <a:ext cx="19392901" cy="3070226"/>
          </a:xfrm>
          <a:prstGeom prst="rect">
            <a:avLst/>
          </a:prstGeom>
          <a:noFill/>
          <a:ln>
            <a:noFill/>
          </a:ln>
        </p:spPr>
        <p:txBody>
          <a:bodyPr anchorCtr="0" anchor="b" bIns="380325" lIns="380325" spcFirstLastPara="1" rIns="380325" wrap="square" tIns="380325">
            <a:noAutofit/>
          </a:bodyPr>
          <a:lstStyle>
            <a:lvl1pPr indent="-228600" lvl="0" marL="457200" algn="l">
              <a:spcBef>
                <a:spcPts val="427"/>
              </a:spcBef>
              <a:spcAft>
                <a:spcPts val="0"/>
              </a:spcAft>
              <a:buClr>
                <a:schemeClr val="dk1"/>
              </a:buClr>
              <a:buSzPts val="2133"/>
              <a:buFont typeface="Arial"/>
              <a:buNone/>
              <a:defRPr b="1" sz="2133"/>
            </a:lvl1pPr>
            <a:lvl2pPr indent="-228600" lvl="1" marL="914400" algn="l">
              <a:spcBef>
                <a:spcPts val="363"/>
              </a:spcBef>
              <a:spcAft>
                <a:spcPts val="0"/>
              </a:spcAft>
              <a:buClr>
                <a:schemeClr val="dk1"/>
              </a:buClr>
              <a:buSzPts val="1813"/>
              <a:buFont typeface="Arial"/>
              <a:buNone/>
              <a:defRPr b="1" sz="1812"/>
            </a:lvl2pPr>
            <a:lvl3pPr indent="-228600" lvl="2" marL="1371600" algn="l">
              <a:spcBef>
                <a:spcPts val="320"/>
              </a:spcBef>
              <a:spcAft>
                <a:spcPts val="0"/>
              </a:spcAft>
              <a:buClr>
                <a:schemeClr val="dk1"/>
              </a:buClr>
              <a:buSzPts val="1600"/>
              <a:buFont typeface="Arial"/>
              <a:buNone/>
              <a:defRPr b="1" sz="1600"/>
            </a:lvl3pPr>
            <a:lvl4pPr indent="-228600" lvl="3" marL="1828800" algn="l">
              <a:spcBef>
                <a:spcPts val="277"/>
              </a:spcBef>
              <a:spcAft>
                <a:spcPts val="0"/>
              </a:spcAft>
              <a:buClr>
                <a:schemeClr val="dk1"/>
              </a:buClr>
              <a:buSzPts val="1387"/>
              <a:buFont typeface="Arial"/>
              <a:buNone/>
              <a:defRPr b="1" sz="1387"/>
            </a:lvl4pPr>
            <a:lvl5pPr indent="-228600" lvl="4" marL="2286000" algn="l">
              <a:spcBef>
                <a:spcPts val="277"/>
              </a:spcBef>
              <a:spcAft>
                <a:spcPts val="0"/>
              </a:spcAft>
              <a:buClr>
                <a:schemeClr val="dk1"/>
              </a:buClr>
              <a:buSzPts val="1387"/>
              <a:buFont typeface="Arial"/>
              <a:buNone/>
              <a:defRPr b="1" sz="1387"/>
            </a:lvl5pPr>
            <a:lvl6pPr indent="-228600" lvl="5" marL="2743200" algn="l">
              <a:spcBef>
                <a:spcPts val="277"/>
              </a:spcBef>
              <a:spcAft>
                <a:spcPts val="0"/>
              </a:spcAft>
              <a:buClr>
                <a:schemeClr val="dk1"/>
              </a:buClr>
              <a:buSzPts val="1387"/>
              <a:buFont typeface="Arial"/>
              <a:buNone/>
              <a:defRPr b="1" sz="1387"/>
            </a:lvl6pPr>
            <a:lvl7pPr indent="-228600" lvl="6" marL="3200400" algn="l">
              <a:spcBef>
                <a:spcPts val="277"/>
              </a:spcBef>
              <a:spcAft>
                <a:spcPts val="0"/>
              </a:spcAft>
              <a:buClr>
                <a:schemeClr val="dk1"/>
              </a:buClr>
              <a:buSzPts val="1387"/>
              <a:buFont typeface="Arial"/>
              <a:buNone/>
              <a:defRPr b="1" sz="1387"/>
            </a:lvl7pPr>
            <a:lvl8pPr indent="-228600" lvl="7" marL="3657600" algn="l">
              <a:spcBef>
                <a:spcPts val="277"/>
              </a:spcBef>
              <a:spcAft>
                <a:spcPts val="0"/>
              </a:spcAft>
              <a:buClr>
                <a:schemeClr val="dk1"/>
              </a:buClr>
              <a:buSzPts val="1387"/>
              <a:buFont typeface="Arial"/>
              <a:buNone/>
              <a:defRPr b="1" sz="1387"/>
            </a:lvl8pPr>
            <a:lvl9pPr indent="-228600" lvl="8" marL="4114800" algn="l">
              <a:spcBef>
                <a:spcPts val="277"/>
              </a:spcBef>
              <a:spcAft>
                <a:spcPts val="0"/>
              </a:spcAft>
              <a:buClr>
                <a:schemeClr val="dk1"/>
              </a:buClr>
              <a:buSzPts val="1387"/>
              <a:buFont typeface="Arial"/>
              <a:buNone/>
              <a:defRPr b="1" sz="1387"/>
            </a:lvl9pPr>
          </a:lstStyle>
          <a:p/>
        </p:txBody>
      </p:sp>
      <p:sp>
        <p:nvSpPr>
          <p:cNvPr id="82" name="Google Shape;82;p19"/>
          <p:cNvSpPr txBox="1"/>
          <p:nvPr>
            <p:ph idx="2" type="body"/>
          </p:nvPr>
        </p:nvSpPr>
        <p:spPr>
          <a:xfrm>
            <a:off x="2193926" y="10439402"/>
            <a:ext cx="19392901" cy="18965864"/>
          </a:xfrm>
          <a:prstGeom prst="rect">
            <a:avLst/>
          </a:prstGeom>
          <a:noFill/>
          <a:ln>
            <a:noFill/>
          </a:ln>
        </p:spPr>
        <p:txBody>
          <a:bodyPr anchorCtr="0" anchor="t" bIns="380325" lIns="380325" spcFirstLastPara="1" rIns="380325" wrap="square" tIns="380325">
            <a:noAutofit/>
          </a:bodyPr>
          <a:lstStyle>
            <a:lvl1pPr indent="-364045" lvl="0" marL="457200" algn="l">
              <a:spcBef>
                <a:spcPts val="427"/>
              </a:spcBef>
              <a:spcAft>
                <a:spcPts val="0"/>
              </a:spcAft>
              <a:buClr>
                <a:schemeClr val="dk1"/>
              </a:buClr>
              <a:buSzPts val="2133"/>
              <a:buFont typeface="Arial"/>
              <a:buChar char="•"/>
              <a:defRPr sz="2133"/>
            </a:lvl1pPr>
            <a:lvl2pPr indent="-343725" lvl="1" marL="914400" algn="l">
              <a:spcBef>
                <a:spcPts val="363"/>
              </a:spcBef>
              <a:spcAft>
                <a:spcPts val="0"/>
              </a:spcAft>
              <a:buClr>
                <a:schemeClr val="dk1"/>
              </a:buClr>
              <a:buSzPts val="1813"/>
              <a:buFont typeface="Arial"/>
              <a:buChar char="–"/>
              <a:defRPr sz="1812"/>
            </a:lvl2pPr>
            <a:lvl3pPr indent="-330200" lvl="2" marL="1371600" algn="l">
              <a:spcBef>
                <a:spcPts val="320"/>
              </a:spcBef>
              <a:spcAft>
                <a:spcPts val="0"/>
              </a:spcAft>
              <a:buClr>
                <a:schemeClr val="dk1"/>
              </a:buClr>
              <a:buSzPts val="1600"/>
              <a:buFont typeface="Arial"/>
              <a:buChar char="•"/>
              <a:defRPr sz="1600"/>
            </a:lvl3pPr>
            <a:lvl4pPr indent="-316674" lvl="3" marL="1828800" algn="l">
              <a:spcBef>
                <a:spcPts val="277"/>
              </a:spcBef>
              <a:spcAft>
                <a:spcPts val="0"/>
              </a:spcAft>
              <a:buClr>
                <a:schemeClr val="dk1"/>
              </a:buClr>
              <a:buSzPts val="1387"/>
              <a:buFont typeface="Arial"/>
              <a:buChar char="–"/>
              <a:defRPr sz="1387"/>
            </a:lvl4pPr>
            <a:lvl5pPr indent="-316674" lvl="4" marL="2286000" algn="l">
              <a:spcBef>
                <a:spcPts val="277"/>
              </a:spcBef>
              <a:spcAft>
                <a:spcPts val="0"/>
              </a:spcAft>
              <a:buClr>
                <a:schemeClr val="dk1"/>
              </a:buClr>
              <a:buSzPts val="1387"/>
              <a:buFont typeface="Arial"/>
              <a:buChar char="»"/>
              <a:defRPr sz="1387"/>
            </a:lvl5pPr>
            <a:lvl6pPr indent="-316674" lvl="5" marL="2743200" algn="l">
              <a:spcBef>
                <a:spcPts val="277"/>
              </a:spcBef>
              <a:spcAft>
                <a:spcPts val="0"/>
              </a:spcAft>
              <a:buClr>
                <a:schemeClr val="dk1"/>
              </a:buClr>
              <a:buSzPts val="1387"/>
              <a:buFont typeface="Arial"/>
              <a:buChar char="»"/>
              <a:defRPr sz="1387"/>
            </a:lvl6pPr>
            <a:lvl7pPr indent="-316674" lvl="6" marL="3200400" algn="l">
              <a:spcBef>
                <a:spcPts val="277"/>
              </a:spcBef>
              <a:spcAft>
                <a:spcPts val="0"/>
              </a:spcAft>
              <a:buClr>
                <a:schemeClr val="dk1"/>
              </a:buClr>
              <a:buSzPts val="1387"/>
              <a:buFont typeface="Arial"/>
              <a:buChar char="»"/>
              <a:defRPr sz="1387"/>
            </a:lvl7pPr>
            <a:lvl8pPr indent="-316674" lvl="7" marL="3657600" algn="l">
              <a:spcBef>
                <a:spcPts val="277"/>
              </a:spcBef>
              <a:spcAft>
                <a:spcPts val="0"/>
              </a:spcAft>
              <a:buClr>
                <a:schemeClr val="dk1"/>
              </a:buClr>
              <a:buSzPts val="1387"/>
              <a:buFont typeface="Arial"/>
              <a:buChar char="»"/>
              <a:defRPr sz="1387"/>
            </a:lvl8pPr>
            <a:lvl9pPr indent="-316674" lvl="8" marL="4114800" algn="l">
              <a:spcBef>
                <a:spcPts val="277"/>
              </a:spcBef>
              <a:spcAft>
                <a:spcPts val="0"/>
              </a:spcAft>
              <a:buClr>
                <a:schemeClr val="dk1"/>
              </a:buClr>
              <a:buSzPts val="1387"/>
              <a:buFont typeface="Arial"/>
              <a:buChar char="»"/>
              <a:defRPr sz="1387"/>
            </a:lvl9pPr>
          </a:lstStyle>
          <a:p/>
        </p:txBody>
      </p:sp>
      <p:sp>
        <p:nvSpPr>
          <p:cNvPr id="83" name="Google Shape;83;p19"/>
          <p:cNvSpPr txBox="1"/>
          <p:nvPr>
            <p:ph idx="3" type="body"/>
          </p:nvPr>
        </p:nvSpPr>
        <p:spPr>
          <a:xfrm>
            <a:off x="22296440" y="7369178"/>
            <a:ext cx="19400837" cy="3070226"/>
          </a:xfrm>
          <a:prstGeom prst="rect">
            <a:avLst/>
          </a:prstGeom>
          <a:noFill/>
          <a:ln>
            <a:noFill/>
          </a:ln>
        </p:spPr>
        <p:txBody>
          <a:bodyPr anchorCtr="0" anchor="b" bIns="380325" lIns="380325" spcFirstLastPara="1" rIns="380325" wrap="square" tIns="380325">
            <a:noAutofit/>
          </a:bodyPr>
          <a:lstStyle>
            <a:lvl1pPr indent="-228600" lvl="0" marL="457200" algn="l">
              <a:spcBef>
                <a:spcPts val="427"/>
              </a:spcBef>
              <a:spcAft>
                <a:spcPts val="0"/>
              </a:spcAft>
              <a:buClr>
                <a:schemeClr val="dk1"/>
              </a:buClr>
              <a:buSzPts val="2133"/>
              <a:buFont typeface="Arial"/>
              <a:buNone/>
              <a:defRPr b="1" sz="2133"/>
            </a:lvl1pPr>
            <a:lvl2pPr indent="-228600" lvl="1" marL="914400" algn="l">
              <a:spcBef>
                <a:spcPts val="363"/>
              </a:spcBef>
              <a:spcAft>
                <a:spcPts val="0"/>
              </a:spcAft>
              <a:buClr>
                <a:schemeClr val="dk1"/>
              </a:buClr>
              <a:buSzPts val="1813"/>
              <a:buFont typeface="Arial"/>
              <a:buNone/>
              <a:defRPr b="1" sz="1812"/>
            </a:lvl2pPr>
            <a:lvl3pPr indent="-228600" lvl="2" marL="1371600" algn="l">
              <a:spcBef>
                <a:spcPts val="320"/>
              </a:spcBef>
              <a:spcAft>
                <a:spcPts val="0"/>
              </a:spcAft>
              <a:buClr>
                <a:schemeClr val="dk1"/>
              </a:buClr>
              <a:buSzPts val="1600"/>
              <a:buFont typeface="Arial"/>
              <a:buNone/>
              <a:defRPr b="1" sz="1600"/>
            </a:lvl3pPr>
            <a:lvl4pPr indent="-228600" lvl="3" marL="1828800" algn="l">
              <a:spcBef>
                <a:spcPts val="277"/>
              </a:spcBef>
              <a:spcAft>
                <a:spcPts val="0"/>
              </a:spcAft>
              <a:buClr>
                <a:schemeClr val="dk1"/>
              </a:buClr>
              <a:buSzPts val="1387"/>
              <a:buFont typeface="Arial"/>
              <a:buNone/>
              <a:defRPr b="1" sz="1387"/>
            </a:lvl4pPr>
            <a:lvl5pPr indent="-228600" lvl="4" marL="2286000" algn="l">
              <a:spcBef>
                <a:spcPts val="277"/>
              </a:spcBef>
              <a:spcAft>
                <a:spcPts val="0"/>
              </a:spcAft>
              <a:buClr>
                <a:schemeClr val="dk1"/>
              </a:buClr>
              <a:buSzPts val="1387"/>
              <a:buFont typeface="Arial"/>
              <a:buNone/>
              <a:defRPr b="1" sz="1387"/>
            </a:lvl5pPr>
            <a:lvl6pPr indent="-228600" lvl="5" marL="2743200" algn="l">
              <a:spcBef>
                <a:spcPts val="277"/>
              </a:spcBef>
              <a:spcAft>
                <a:spcPts val="0"/>
              </a:spcAft>
              <a:buClr>
                <a:schemeClr val="dk1"/>
              </a:buClr>
              <a:buSzPts val="1387"/>
              <a:buFont typeface="Arial"/>
              <a:buNone/>
              <a:defRPr b="1" sz="1387"/>
            </a:lvl6pPr>
            <a:lvl7pPr indent="-228600" lvl="6" marL="3200400" algn="l">
              <a:spcBef>
                <a:spcPts val="277"/>
              </a:spcBef>
              <a:spcAft>
                <a:spcPts val="0"/>
              </a:spcAft>
              <a:buClr>
                <a:schemeClr val="dk1"/>
              </a:buClr>
              <a:buSzPts val="1387"/>
              <a:buFont typeface="Arial"/>
              <a:buNone/>
              <a:defRPr b="1" sz="1387"/>
            </a:lvl7pPr>
            <a:lvl8pPr indent="-228600" lvl="7" marL="3657600" algn="l">
              <a:spcBef>
                <a:spcPts val="277"/>
              </a:spcBef>
              <a:spcAft>
                <a:spcPts val="0"/>
              </a:spcAft>
              <a:buClr>
                <a:schemeClr val="dk1"/>
              </a:buClr>
              <a:buSzPts val="1387"/>
              <a:buFont typeface="Arial"/>
              <a:buNone/>
              <a:defRPr b="1" sz="1387"/>
            </a:lvl8pPr>
            <a:lvl9pPr indent="-228600" lvl="8" marL="4114800" algn="l">
              <a:spcBef>
                <a:spcPts val="277"/>
              </a:spcBef>
              <a:spcAft>
                <a:spcPts val="0"/>
              </a:spcAft>
              <a:buClr>
                <a:schemeClr val="dk1"/>
              </a:buClr>
              <a:buSzPts val="1387"/>
              <a:buFont typeface="Arial"/>
              <a:buNone/>
              <a:defRPr b="1" sz="1387"/>
            </a:lvl9pPr>
          </a:lstStyle>
          <a:p/>
        </p:txBody>
      </p:sp>
      <p:sp>
        <p:nvSpPr>
          <p:cNvPr id="84" name="Google Shape;84;p19"/>
          <p:cNvSpPr txBox="1"/>
          <p:nvPr>
            <p:ph idx="4" type="body"/>
          </p:nvPr>
        </p:nvSpPr>
        <p:spPr>
          <a:xfrm>
            <a:off x="22296440" y="10439402"/>
            <a:ext cx="19400837" cy="18965864"/>
          </a:xfrm>
          <a:prstGeom prst="rect">
            <a:avLst/>
          </a:prstGeom>
          <a:noFill/>
          <a:ln>
            <a:noFill/>
          </a:ln>
        </p:spPr>
        <p:txBody>
          <a:bodyPr anchorCtr="0" anchor="t" bIns="380325" lIns="380325" spcFirstLastPara="1" rIns="380325" wrap="square" tIns="380325">
            <a:noAutofit/>
          </a:bodyPr>
          <a:lstStyle>
            <a:lvl1pPr indent="-364045" lvl="0" marL="457200" algn="l">
              <a:spcBef>
                <a:spcPts val="427"/>
              </a:spcBef>
              <a:spcAft>
                <a:spcPts val="0"/>
              </a:spcAft>
              <a:buClr>
                <a:schemeClr val="dk1"/>
              </a:buClr>
              <a:buSzPts val="2133"/>
              <a:buFont typeface="Arial"/>
              <a:buChar char="•"/>
              <a:defRPr sz="2133"/>
            </a:lvl1pPr>
            <a:lvl2pPr indent="-343725" lvl="1" marL="914400" algn="l">
              <a:spcBef>
                <a:spcPts val="363"/>
              </a:spcBef>
              <a:spcAft>
                <a:spcPts val="0"/>
              </a:spcAft>
              <a:buClr>
                <a:schemeClr val="dk1"/>
              </a:buClr>
              <a:buSzPts val="1813"/>
              <a:buFont typeface="Arial"/>
              <a:buChar char="–"/>
              <a:defRPr sz="1812"/>
            </a:lvl2pPr>
            <a:lvl3pPr indent="-330200" lvl="2" marL="1371600" algn="l">
              <a:spcBef>
                <a:spcPts val="320"/>
              </a:spcBef>
              <a:spcAft>
                <a:spcPts val="0"/>
              </a:spcAft>
              <a:buClr>
                <a:schemeClr val="dk1"/>
              </a:buClr>
              <a:buSzPts val="1600"/>
              <a:buFont typeface="Arial"/>
              <a:buChar char="•"/>
              <a:defRPr sz="1600"/>
            </a:lvl3pPr>
            <a:lvl4pPr indent="-316674" lvl="3" marL="1828800" algn="l">
              <a:spcBef>
                <a:spcPts val="277"/>
              </a:spcBef>
              <a:spcAft>
                <a:spcPts val="0"/>
              </a:spcAft>
              <a:buClr>
                <a:schemeClr val="dk1"/>
              </a:buClr>
              <a:buSzPts val="1387"/>
              <a:buFont typeface="Arial"/>
              <a:buChar char="–"/>
              <a:defRPr sz="1387"/>
            </a:lvl4pPr>
            <a:lvl5pPr indent="-316674" lvl="4" marL="2286000" algn="l">
              <a:spcBef>
                <a:spcPts val="277"/>
              </a:spcBef>
              <a:spcAft>
                <a:spcPts val="0"/>
              </a:spcAft>
              <a:buClr>
                <a:schemeClr val="dk1"/>
              </a:buClr>
              <a:buSzPts val="1387"/>
              <a:buFont typeface="Arial"/>
              <a:buChar char="»"/>
              <a:defRPr sz="1387"/>
            </a:lvl5pPr>
            <a:lvl6pPr indent="-316674" lvl="5" marL="2743200" algn="l">
              <a:spcBef>
                <a:spcPts val="277"/>
              </a:spcBef>
              <a:spcAft>
                <a:spcPts val="0"/>
              </a:spcAft>
              <a:buClr>
                <a:schemeClr val="dk1"/>
              </a:buClr>
              <a:buSzPts val="1387"/>
              <a:buFont typeface="Arial"/>
              <a:buChar char="»"/>
              <a:defRPr sz="1387"/>
            </a:lvl6pPr>
            <a:lvl7pPr indent="-316674" lvl="6" marL="3200400" algn="l">
              <a:spcBef>
                <a:spcPts val="277"/>
              </a:spcBef>
              <a:spcAft>
                <a:spcPts val="0"/>
              </a:spcAft>
              <a:buClr>
                <a:schemeClr val="dk1"/>
              </a:buClr>
              <a:buSzPts val="1387"/>
              <a:buFont typeface="Arial"/>
              <a:buChar char="»"/>
              <a:defRPr sz="1387"/>
            </a:lvl7pPr>
            <a:lvl8pPr indent="-316674" lvl="7" marL="3657600" algn="l">
              <a:spcBef>
                <a:spcPts val="277"/>
              </a:spcBef>
              <a:spcAft>
                <a:spcPts val="0"/>
              </a:spcAft>
              <a:buClr>
                <a:schemeClr val="dk1"/>
              </a:buClr>
              <a:buSzPts val="1387"/>
              <a:buFont typeface="Arial"/>
              <a:buChar char="»"/>
              <a:defRPr sz="1387"/>
            </a:lvl8pPr>
            <a:lvl9pPr indent="-316674" lvl="8" marL="4114800" algn="l">
              <a:spcBef>
                <a:spcPts val="277"/>
              </a:spcBef>
              <a:spcAft>
                <a:spcPts val="0"/>
              </a:spcAft>
              <a:buClr>
                <a:schemeClr val="dk1"/>
              </a:buClr>
              <a:buSzPts val="1387"/>
              <a:buFont typeface="Arial"/>
              <a:buChar char="»"/>
              <a:defRPr sz="1387"/>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5" name="Shape 85"/>
        <p:cNvGrpSpPr/>
        <p:nvPr/>
      </p:nvGrpSpPr>
      <p:grpSpPr>
        <a:xfrm>
          <a:off x="0" y="0"/>
          <a:ext cx="0" cy="0"/>
          <a:chOff x="0" y="0"/>
          <a:chExt cx="0" cy="0"/>
        </a:xfrm>
      </p:grpSpPr>
      <p:sp>
        <p:nvSpPr>
          <p:cNvPr id="86" name="Google Shape;86;p20"/>
          <p:cNvSpPr txBox="1"/>
          <p:nvPr>
            <p:ph type="title"/>
          </p:nvPr>
        </p:nvSpPr>
        <p:spPr>
          <a:xfrm>
            <a:off x="960120" y="1272540"/>
            <a:ext cx="41925240" cy="2202180"/>
          </a:xfrm>
          <a:prstGeom prst="rect">
            <a:avLst/>
          </a:prstGeom>
          <a:noFill/>
          <a:ln>
            <a:noFill/>
          </a:ln>
        </p:spPr>
        <p:txBody>
          <a:bodyPr anchorCtr="0" anchor="ctr" bIns="38000" lIns="76050" spcFirstLastPara="1" rIns="76050" wrap="square" tIns="380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7" name="Shape 87"/>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88" name="Shape 88"/>
        <p:cNvGrpSpPr/>
        <p:nvPr/>
      </p:nvGrpSpPr>
      <p:grpSpPr>
        <a:xfrm>
          <a:off x="0" y="0"/>
          <a:ext cx="0" cy="0"/>
          <a:chOff x="0" y="0"/>
          <a:chExt cx="0" cy="0"/>
        </a:xfrm>
      </p:grpSpPr>
      <p:sp>
        <p:nvSpPr>
          <p:cNvPr id="89" name="Google Shape;89;p22"/>
          <p:cNvSpPr txBox="1"/>
          <p:nvPr>
            <p:ph type="title"/>
          </p:nvPr>
        </p:nvSpPr>
        <p:spPr>
          <a:xfrm>
            <a:off x="2193926" y="1311276"/>
            <a:ext cx="14439901" cy="5576889"/>
          </a:xfrm>
          <a:prstGeom prst="rect">
            <a:avLst/>
          </a:prstGeom>
          <a:noFill/>
          <a:ln>
            <a:noFill/>
          </a:ln>
        </p:spPr>
        <p:txBody>
          <a:bodyPr anchorCtr="0" anchor="b" bIns="38000" lIns="76050" spcFirstLastPara="1" rIns="76050" wrap="square" tIns="38000">
            <a:noAutofit/>
          </a:bodyPr>
          <a:lstStyle>
            <a:lvl1pPr lvl="0" algn="l">
              <a:spcBef>
                <a:spcPts val="0"/>
              </a:spcBef>
              <a:spcAft>
                <a:spcPts val="0"/>
              </a:spcAft>
              <a:buSzPts val="1400"/>
              <a:buNone/>
              <a:defRPr b="1" sz="1812"/>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0" name="Google Shape;90;p22"/>
          <p:cNvSpPr txBox="1"/>
          <p:nvPr>
            <p:ph idx="1" type="body"/>
          </p:nvPr>
        </p:nvSpPr>
        <p:spPr>
          <a:xfrm>
            <a:off x="17160875" y="1311276"/>
            <a:ext cx="24536400" cy="28093989"/>
          </a:xfrm>
          <a:prstGeom prst="rect">
            <a:avLst/>
          </a:prstGeom>
          <a:noFill/>
          <a:ln>
            <a:noFill/>
          </a:ln>
        </p:spPr>
        <p:txBody>
          <a:bodyPr anchorCtr="0" anchor="t" bIns="380325" lIns="380325" spcFirstLastPara="1" rIns="380325" wrap="square" tIns="380325">
            <a:noAutofit/>
          </a:bodyPr>
          <a:lstStyle>
            <a:lvl1pPr indent="-411480" lvl="0" marL="457200" algn="l">
              <a:spcBef>
                <a:spcPts val="576"/>
              </a:spcBef>
              <a:spcAft>
                <a:spcPts val="0"/>
              </a:spcAft>
              <a:buClr>
                <a:schemeClr val="dk1"/>
              </a:buClr>
              <a:buSzPts val="2880"/>
              <a:buFont typeface="Arial"/>
              <a:buChar char="•"/>
              <a:defRPr sz="2880"/>
            </a:lvl1pPr>
            <a:lvl2pPr indent="-384365" lvl="1" marL="914400" algn="l">
              <a:spcBef>
                <a:spcPts val="491"/>
              </a:spcBef>
              <a:spcAft>
                <a:spcPts val="0"/>
              </a:spcAft>
              <a:buClr>
                <a:schemeClr val="dk1"/>
              </a:buClr>
              <a:buSzPts val="2453"/>
              <a:buFont typeface="Arial"/>
              <a:buChar char="–"/>
              <a:defRPr sz="2453"/>
            </a:lvl2pPr>
            <a:lvl3pPr indent="-364045" lvl="2" marL="1371600" algn="l">
              <a:spcBef>
                <a:spcPts val="427"/>
              </a:spcBef>
              <a:spcAft>
                <a:spcPts val="0"/>
              </a:spcAft>
              <a:buClr>
                <a:schemeClr val="dk1"/>
              </a:buClr>
              <a:buSzPts val="2133"/>
              <a:buFont typeface="Arial"/>
              <a:buChar char="•"/>
              <a:defRPr sz="2133"/>
            </a:lvl3pPr>
            <a:lvl4pPr indent="-343725" lvl="3" marL="1828800" algn="l">
              <a:spcBef>
                <a:spcPts val="363"/>
              </a:spcBef>
              <a:spcAft>
                <a:spcPts val="0"/>
              </a:spcAft>
              <a:buClr>
                <a:schemeClr val="dk1"/>
              </a:buClr>
              <a:buSzPts val="1813"/>
              <a:buFont typeface="Arial"/>
              <a:buChar char="–"/>
              <a:defRPr sz="1812"/>
            </a:lvl4pPr>
            <a:lvl5pPr indent="-343725" lvl="4" marL="2286000" algn="l">
              <a:spcBef>
                <a:spcPts val="363"/>
              </a:spcBef>
              <a:spcAft>
                <a:spcPts val="0"/>
              </a:spcAft>
              <a:buClr>
                <a:schemeClr val="dk1"/>
              </a:buClr>
              <a:buSzPts val="1813"/>
              <a:buFont typeface="Arial"/>
              <a:buChar char="»"/>
              <a:defRPr sz="1812"/>
            </a:lvl5pPr>
            <a:lvl6pPr indent="-343725" lvl="5" marL="2743200" algn="l">
              <a:spcBef>
                <a:spcPts val="363"/>
              </a:spcBef>
              <a:spcAft>
                <a:spcPts val="0"/>
              </a:spcAft>
              <a:buClr>
                <a:schemeClr val="dk1"/>
              </a:buClr>
              <a:buSzPts val="1813"/>
              <a:buFont typeface="Arial"/>
              <a:buChar char="»"/>
              <a:defRPr sz="1812"/>
            </a:lvl6pPr>
            <a:lvl7pPr indent="-343725" lvl="6" marL="3200400" algn="l">
              <a:spcBef>
                <a:spcPts val="363"/>
              </a:spcBef>
              <a:spcAft>
                <a:spcPts val="0"/>
              </a:spcAft>
              <a:buClr>
                <a:schemeClr val="dk1"/>
              </a:buClr>
              <a:buSzPts val="1813"/>
              <a:buFont typeface="Arial"/>
              <a:buChar char="»"/>
              <a:defRPr sz="1812"/>
            </a:lvl7pPr>
            <a:lvl8pPr indent="-343725" lvl="7" marL="3657600" algn="l">
              <a:spcBef>
                <a:spcPts val="363"/>
              </a:spcBef>
              <a:spcAft>
                <a:spcPts val="0"/>
              </a:spcAft>
              <a:buClr>
                <a:schemeClr val="dk1"/>
              </a:buClr>
              <a:buSzPts val="1813"/>
              <a:buFont typeface="Arial"/>
              <a:buChar char="»"/>
              <a:defRPr sz="1812"/>
            </a:lvl8pPr>
            <a:lvl9pPr indent="-343725" lvl="8" marL="4114800" algn="l">
              <a:spcBef>
                <a:spcPts val="363"/>
              </a:spcBef>
              <a:spcAft>
                <a:spcPts val="0"/>
              </a:spcAft>
              <a:buClr>
                <a:schemeClr val="dk1"/>
              </a:buClr>
              <a:buSzPts val="1813"/>
              <a:buFont typeface="Arial"/>
              <a:buChar char="»"/>
              <a:defRPr sz="1812"/>
            </a:lvl9pPr>
          </a:lstStyle>
          <a:p/>
        </p:txBody>
      </p:sp>
      <p:sp>
        <p:nvSpPr>
          <p:cNvPr id="91" name="Google Shape;91;p22"/>
          <p:cNvSpPr txBox="1"/>
          <p:nvPr>
            <p:ph idx="2" type="body"/>
          </p:nvPr>
        </p:nvSpPr>
        <p:spPr>
          <a:xfrm>
            <a:off x="2193926" y="6888164"/>
            <a:ext cx="14439901" cy="22517100"/>
          </a:xfrm>
          <a:prstGeom prst="rect">
            <a:avLst/>
          </a:prstGeom>
          <a:noFill/>
          <a:ln>
            <a:noFill/>
          </a:ln>
        </p:spPr>
        <p:txBody>
          <a:bodyPr anchorCtr="0" anchor="t" bIns="380325" lIns="380325" spcFirstLastPara="1" rIns="380325" wrap="square" tIns="380325">
            <a:noAutofit/>
          </a:bodyPr>
          <a:lstStyle>
            <a:lvl1pPr indent="-228600" lvl="0" marL="457200" algn="l">
              <a:spcBef>
                <a:spcPts val="256"/>
              </a:spcBef>
              <a:spcAft>
                <a:spcPts val="0"/>
              </a:spcAft>
              <a:buClr>
                <a:schemeClr val="dk1"/>
              </a:buClr>
              <a:buSzPts val="1280"/>
              <a:buFont typeface="Arial"/>
              <a:buNone/>
              <a:defRPr sz="1280"/>
            </a:lvl1pPr>
            <a:lvl2pPr indent="-228600" lvl="1" marL="914400" algn="l">
              <a:spcBef>
                <a:spcPts val="213"/>
              </a:spcBef>
              <a:spcAft>
                <a:spcPts val="0"/>
              </a:spcAft>
              <a:buClr>
                <a:schemeClr val="dk1"/>
              </a:buClr>
              <a:buSzPts val="1067"/>
              <a:buFont typeface="Arial"/>
              <a:buNone/>
              <a:defRPr sz="1067"/>
            </a:lvl2pPr>
            <a:lvl3pPr indent="-228600" lvl="2" marL="1371600" algn="l">
              <a:spcBef>
                <a:spcPts val="171"/>
              </a:spcBef>
              <a:spcAft>
                <a:spcPts val="0"/>
              </a:spcAft>
              <a:buClr>
                <a:schemeClr val="dk1"/>
              </a:buClr>
              <a:buSzPts val="853"/>
              <a:buFont typeface="Arial"/>
              <a:buNone/>
              <a:defRPr sz="853"/>
            </a:lvl3pPr>
            <a:lvl4pPr indent="-228600" lvl="3" marL="1828800" algn="l">
              <a:spcBef>
                <a:spcPts val="149"/>
              </a:spcBef>
              <a:spcAft>
                <a:spcPts val="0"/>
              </a:spcAft>
              <a:buClr>
                <a:schemeClr val="dk1"/>
              </a:buClr>
              <a:buSzPts val="747"/>
              <a:buFont typeface="Arial"/>
              <a:buNone/>
              <a:defRPr sz="747"/>
            </a:lvl4pPr>
            <a:lvl5pPr indent="-228600" lvl="4" marL="2286000" algn="l">
              <a:spcBef>
                <a:spcPts val="149"/>
              </a:spcBef>
              <a:spcAft>
                <a:spcPts val="0"/>
              </a:spcAft>
              <a:buClr>
                <a:schemeClr val="dk1"/>
              </a:buClr>
              <a:buSzPts val="747"/>
              <a:buFont typeface="Arial"/>
              <a:buNone/>
              <a:defRPr sz="747"/>
            </a:lvl5pPr>
            <a:lvl6pPr indent="-228600" lvl="5" marL="2743200" algn="l">
              <a:spcBef>
                <a:spcPts val="149"/>
              </a:spcBef>
              <a:spcAft>
                <a:spcPts val="0"/>
              </a:spcAft>
              <a:buClr>
                <a:schemeClr val="dk1"/>
              </a:buClr>
              <a:buSzPts val="747"/>
              <a:buFont typeface="Arial"/>
              <a:buNone/>
              <a:defRPr sz="747"/>
            </a:lvl6pPr>
            <a:lvl7pPr indent="-228600" lvl="6" marL="3200400" algn="l">
              <a:spcBef>
                <a:spcPts val="149"/>
              </a:spcBef>
              <a:spcAft>
                <a:spcPts val="0"/>
              </a:spcAft>
              <a:buClr>
                <a:schemeClr val="dk1"/>
              </a:buClr>
              <a:buSzPts val="747"/>
              <a:buFont typeface="Arial"/>
              <a:buNone/>
              <a:defRPr sz="747"/>
            </a:lvl7pPr>
            <a:lvl8pPr indent="-228600" lvl="7" marL="3657600" algn="l">
              <a:spcBef>
                <a:spcPts val="149"/>
              </a:spcBef>
              <a:spcAft>
                <a:spcPts val="0"/>
              </a:spcAft>
              <a:buClr>
                <a:schemeClr val="dk1"/>
              </a:buClr>
              <a:buSzPts val="747"/>
              <a:buFont typeface="Arial"/>
              <a:buNone/>
              <a:defRPr sz="747"/>
            </a:lvl8pPr>
            <a:lvl9pPr indent="-228600" lvl="8" marL="4114800" algn="l">
              <a:spcBef>
                <a:spcPts val="149"/>
              </a:spcBef>
              <a:spcAft>
                <a:spcPts val="0"/>
              </a:spcAft>
              <a:buClr>
                <a:schemeClr val="dk1"/>
              </a:buClr>
              <a:buSzPts val="747"/>
              <a:buFont typeface="Arial"/>
              <a:buNone/>
              <a:defRPr sz="747"/>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92" name="Shape 92"/>
        <p:cNvGrpSpPr/>
        <p:nvPr/>
      </p:nvGrpSpPr>
      <p:grpSpPr>
        <a:xfrm>
          <a:off x="0" y="0"/>
          <a:ext cx="0" cy="0"/>
          <a:chOff x="0" y="0"/>
          <a:chExt cx="0" cy="0"/>
        </a:xfrm>
      </p:grpSpPr>
      <p:sp>
        <p:nvSpPr>
          <p:cNvPr id="93" name="Google Shape;93;p23"/>
          <p:cNvSpPr txBox="1"/>
          <p:nvPr>
            <p:ph type="title"/>
          </p:nvPr>
        </p:nvSpPr>
        <p:spPr>
          <a:xfrm>
            <a:off x="8602664" y="23042566"/>
            <a:ext cx="26335037" cy="2720975"/>
          </a:xfrm>
          <a:prstGeom prst="rect">
            <a:avLst/>
          </a:prstGeom>
          <a:noFill/>
          <a:ln>
            <a:noFill/>
          </a:ln>
        </p:spPr>
        <p:txBody>
          <a:bodyPr anchorCtr="0" anchor="b" bIns="38000" lIns="76050" spcFirstLastPara="1" rIns="76050" wrap="square" tIns="38000">
            <a:noAutofit/>
          </a:bodyPr>
          <a:lstStyle>
            <a:lvl1pPr lvl="0" algn="l">
              <a:spcBef>
                <a:spcPts val="0"/>
              </a:spcBef>
              <a:spcAft>
                <a:spcPts val="0"/>
              </a:spcAft>
              <a:buSzPts val="1400"/>
              <a:buNone/>
              <a:defRPr b="1" sz="1812"/>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4" name="Google Shape;94;p23"/>
          <p:cNvSpPr/>
          <p:nvPr>
            <p:ph idx="2" type="pic"/>
          </p:nvPr>
        </p:nvSpPr>
        <p:spPr>
          <a:xfrm>
            <a:off x="8602664" y="2941640"/>
            <a:ext cx="26335037" cy="19750088"/>
          </a:xfrm>
          <a:prstGeom prst="rect">
            <a:avLst/>
          </a:prstGeom>
          <a:noFill/>
          <a:ln>
            <a:noFill/>
          </a:ln>
        </p:spPr>
      </p:sp>
      <p:sp>
        <p:nvSpPr>
          <p:cNvPr id="95" name="Google Shape;95;p23"/>
          <p:cNvSpPr txBox="1"/>
          <p:nvPr>
            <p:ph idx="1" type="body"/>
          </p:nvPr>
        </p:nvSpPr>
        <p:spPr>
          <a:xfrm>
            <a:off x="8602664" y="25763540"/>
            <a:ext cx="26335037" cy="3862388"/>
          </a:xfrm>
          <a:prstGeom prst="rect">
            <a:avLst/>
          </a:prstGeom>
          <a:noFill/>
          <a:ln>
            <a:noFill/>
          </a:ln>
        </p:spPr>
        <p:txBody>
          <a:bodyPr anchorCtr="0" anchor="t" bIns="380325" lIns="380325" spcFirstLastPara="1" rIns="380325" wrap="square" tIns="380325">
            <a:noAutofit/>
          </a:bodyPr>
          <a:lstStyle>
            <a:lvl1pPr indent="-228600" lvl="0" marL="457200" algn="l">
              <a:spcBef>
                <a:spcPts val="256"/>
              </a:spcBef>
              <a:spcAft>
                <a:spcPts val="0"/>
              </a:spcAft>
              <a:buClr>
                <a:schemeClr val="dk1"/>
              </a:buClr>
              <a:buSzPts val="1280"/>
              <a:buFont typeface="Arial"/>
              <a:buNone/>
              <a:defRPr sz="1280"/>
            </a:lvl1pPr>
            <a:lvl2pPr indent="-228600" lvl="1" marL="914400" algn="l">
              <a:spcBef>
                <a:spcPts val="213"/>
              </a:spcBef>
              <a:spcAft>
                <a:spcPts val="0"/>
              </a:spcAft>
              <a:buClr>
                <a:schemeClr val="dk1"/>
              </a:buClr>
              <a:buSzPts val="1067"/>
              <a:buFont typeface="Arial"/>
              <a:buNone/>
              <a:defRPr sz="1067"/>
            </a:lvl2pPr>
            <a:lvl3pPr indent="-228600" lvl="2" marL="1371600" algn="l">
              <a:spcBef>
                <a:spcPts val="171"/>
              </a:spcBef>
              <a:spcAft>
                <a:spcPts val="0"/>
              </a:spcAft>
              <a:buClr>
                <a:schemeClr val="dk1"/>
              </a:buClr>
              <a:buSzPts val="853"/>
              <a:buFont typeface="Arial"/>
              <a:buNone/>
              <a:defRPr sz="853"/>
            </a:lvl3pPr>
            <a:lvl4pPr indent="-228600" lvl="3" marL="1828800" algn="l">
              <a:spcBef>
                <a:spcPts val="149"/>
              </a:spcBef>
              <a:spcAft>
                <a:spcPts val="0"/>
              </a:spcAft>
              <a:buClr>
                <a:schemeClr val="dk1"/>
              </a:buClr>
              <a:buSzPts val="747"/>
              <a:buFont typeface="Arial"/>
              <a:buNone/>
              <a:defRPr sz="747"/>
            </a:lvl4pPr>
            <a:lvl5pPr indent="-228600" lvl="4" marL="2286000" algn="l">
              <a:spcBef>
                <a:spcPts val="149"/>
              </a:spcBef>
              <a:spcAft>
                <a:spcPts val="0"/>
              </a:spcAft>
              <a:buClr>
                <a:schemeClr val="dk1"/>
              </a:buClr>
              <a:buSzPts val="747"/>
              <a:buFont typeface="Arial"/>
              <a:buNone/>
              <a:defRPr sz="747"/>
            </a:lvl5pPr>
            <a:lvl6pPr indent="-228600" lvl="5" marL="2743200" algn="l">
              <a:spcBef>
                <a:spcPts val="149"/>
              </a:spcBef>
              <a:spcAft>
                <a:spcPts val="0"/>
              </a:spcAft>
              <a:buClr>
                <a:schemeClr val="dk1"/>
              </a:buClr>
              <a:buSzPts val="747"/>
              <a:buFont typeface="Arial"/>
              <a:buNone/>
              <a:defRPr sz="747"/>
            </a:lvl6pPr>
            <a:lvl7pPr indent="-228600" lvl="6" marL="3200400" algn="l">
              <a:spcBef>
                <a:spcPts val="149"/>
              </a:spcBef>
              <a:spcAft>
                <a:spcPts val="0"/>
              </a:spcAft>
              <a:buClr>
                <a:schemeClr val="dk1"/>
              </a:buClr>
              <a:buSzPts val="747"/>
              <a:buFont typeface="Arial"/>
              <a:buNone/>
              <a:defRPr sz="747"/>
            </a:lvl7pPr>
            <a:lvl8pPr indent="-228600" lvl="7" marL="3657600" algn="l">
              <a:spcBef>
                <a:spcPts val="149"/>
              </a:spcBef>
              <a:spcAft>
                <a:spcPts val="0"/>
              </a:spcAft>
              <a:buClr>
                <a:schemeClr val="dk1"/>
              </a:buClr>
              <a:buSzPts val="747"/>
              <a:buFont typeface="Arial"/>
              <a:buNone/>
              <a:defRPr sz="747"/>
            </a:lvl8pPr>
            <a:lvl9pPr indent="-228600" lvl="8" marL="4114800" algn="l">
              <a:spcBef>
                <a:spcPts val="149"/>
              </a:spcBef>
              <a:spcAft>
                <a:spcPts val="0"/>
              </a:spcAft>
              <a:buClr>
                <a:schemeClr val="dk1"/>
              </a:buClr>
              <a:buSzPts val="747"/>
              <a:buFont typeface="Arial"/>
              <a:buNone/>
              <a:defRPr sz="747"/>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6" name="Shape 96"/>
        <p:cNvGrpSpPr/>
        <p:nvPr/>
      </p:nvGrpSpPr>
      <p:grpSpPr>
        <a:xfrm>
          <a:off x="0" y="0"/>
          <a:ext cx="0" cy="0"/>
          <a:chOff x="0" y="0"/>
          <a:chExt cx="0" cy="0"/>
        </a:xfrm>
      </p:grpSpPr>
      <p:sp>
        <p:nvSpPr>
          <p:cNvPr id="97" name="Google Shape;97;p24"/>
          <p:cNvSpPr txBox="1"/>
          <p:nvPr>
            <p:ph type="title"/>
          </p:nvPr>
        </p:nvSpPr>
        <p:spPr>
          <a:xfrm>
            <a:off x="960120" y="1272540"/>
            <a:ext cx="41925240" cy="2202180"/>
          </a:xfrm>
          <a:prstGeom prst="rect">
            <a:avLst/>
          </a:prstGeom>
          <a:noFill/>
          <a:ln>
            <a:noFill/>
          </a:ln>
        </p:spPr>
        <p:txBody>
          <a:bodyPr anchorCtr="0" anchor="ctr" bIns="38000" lIns="76050" spcFirstLastPara="1" rIns="76050" wrap="square" tIns="380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8" name="Google Shape;98;p24"/>
          <p:cNvSpPr txBox="1"/>
          <p:nvPr>
            <p:ph idx="1" type="body"/>
          </p:nvPr>
        </p:nvSpPr>
        <p:spPr>
          <a:xfrm rot="5400000">
            <a:off x="-7600949" y="13933170"/>
            <a:ext cx="26563320" cy="9974580"/>
          </a:xfrm>
          <a:prstGeom prst="rect">
            <a:avLst/>
          </a:prstGeom>
          <a:noFill/>
          <a:ln>
            <a:noFill/>
          </a:ln>
        </p:spPr>
        <p:txBody>
          <a:bodyPr anchorCtr="0" anchor="t" bIns="380325" lIns="380325" spcFirstLastPara="1" rIns="380325" wrap="square" tIns="380325">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9" name="Shape 99"/>
        <p:cNvGrpSpPr/>
        <p:nvPr/>
      </p:nvGrpSpPr>
      <p:grpSpPr>
        <a:xfrm>
          <a:off x="0" y="0"/>
          <a:ext cx="0" cy="0"/>
          <a:chOff x="0" y="0"/>
          <a:chExt cx="0" cy="0"/>
        </a:xfrm>
      </p:grpSpPr>
      <p:sp>
        <p:nvSpPr>
          <p:cNvPr id="100" name="Google Shape;100;p25"/>
          <p:cNvSpPr txBox="1"/>
          <p:nvPr>
            <p:ph type="title"/>
          </p:nvPr>
        </p:nvSpPr>
        <p:spPr>
          <a:xfrm rot="5400000">
            <a:off x="22146421" y="11464134"/>
            <a:ext cx="30929264" cy="10547351"/>
          </a:xfrm>
          <a:prstGeom prst="rect">
            <a:avLst/>
          </a:prstGeom>
          <a:noFill/>
          <a:ln>
            <a:noFill/>
          </a:ln>
        </p:spPr>
        <p:txBody>
          <a:bodyPr anchorCtr="0" anchor="ctr" bIns="38000" lIns="76050" spcFirstLastPara="1" rIns="76050" wrap="square" tIns="380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01" name="Google Shape;101;p25"/>
          <p:cNvSpPr txBox="1"/>
          <p:nvPr>
            <p:ph idx="1" type="body"/>
          </p:nvPr>
        </p:nvSpPr>
        <p:spPr>
          <a:xfrm rot="5400000">
            <a:off x="974727" y="992189"/>
            <a:ext cx="30929264" cy="31491239"/>
          </a:xfrm>
          <a:prstGeom prst="rect">
            <a:avLst/>
          </a:prstGeom>
          <a:noFill/>
          <a:ln>
            <a:noFill/>
          </a:ln>
        </p:spPr>
        <p:txBody>
          <a:bodyPr anchorCtr="0" anchor="t" bIns="380325" lIns="380325" spcFirstLastPara="1" rIns="380325" wrap="square" tIns="380325">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0" name="Shape 110"/>
        <p:cNvGrpSpPr/>
        <p:nvPr/>
      </p:nvGrpSpPr>
      <p:grpSpPr>
        <a:xfrm>
          <a:off x="0" y="0"/>
          <a:ext cx="0" cy="0"/>
          <a:chOff x="0" y="0"/>
          <a:chExt cx="0" cy="0"/>
        </a:xfrm>
      </p:grpSpPr>
      <p:sp>
        <p:nvSpPr>
          <p:cNvPr id="111" name="Google Shape;111;p27"/>
          <p:cNvSpPr txBox="1"/>
          <p:nvPr>
            <p:ph type="ctrTitle"/>
          </p:nvPr>
        </p:nvSpPr>
        <p:spPr>
          <a:xfrm>
            <a:off x="3292477" y="10226676"/>
            <a:ext cx="37306252" cy="7054851"/>
          </a:xfrm>
          <a:prstGeom prst="rect">
            <a:avLst/>
          </a:prstGeom>
          <a:noFill/>
          <a:ln>
            <a:noFill/>
          </a:ln>
        </p:spPr>
        <p:txBody>
          <a:bodyPr anchorCtr="0" anchor="ctr" bIns="38000" lIns="76050" spcFirstLastPara="1" rIns="76050" wrap="square" tIns="380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12" name="Google Shape;112;p27"/>
          <p:cNvSpPr txBox="1"/>
          <p:nvPr>
            <p:ph idx="1" type="subTitle"/>
          </p:nvPr>
        </p:nvSpPr>
        <p:spPr>
          <a:xfrm>
            <a:off x="6583365" y="18653127"/>
            <a:ext cx="30724475" cy="8413749"/>
          </a:xfrm>
          <a:prstGeom prst="rect">
            <a:avLst/>
          </a:prstGeom>
          <a:noFill/>
          <a:ln>
            <a:noFill/>
          </a:ln>
        </p:spPr>
        <p:txBody>
          <a:bodyPr anchorCtr="0" anchor="t" bIns="380325" lIns="380325" spcFirstLastPara="1" rIns="380325" wrap="square" tIns="380325">
            <a:noAutofit/>
          </a:bodyPr>
          <a:lstStyle>
            <a:lvl1pPr lvl="0" algn="ctr">
              <a:spcBef>
                <a:spcPts val="512"/>
              </a:spcBef>
              <a:spcAft>
                <a:spcPts val="0"/>
              </a:spcAft>
              <a:buClr>
                <a:schemeClr val="dk1"/>
              </a:buClr>
              <a:buSzPts val="2560"/>
              <a:buFont typeface="Arial"/>
              <a:buNone/>
              <a:defRPr/>
            </a:lvl1pPr>
            <a:lvl2pPr lvl="1" algn="ctr">
              <a:spcBef>
                <a:spcPts val="512"/>
              </a:spcBef>
              <a:spcAft>
                <a:spcPts val="0"/>
              </a:spcAft>
              <a:buClr>
                <a:schemeClr val="dk1"/>
              </a:buClr>
              <a:buSzPts val="2560"/>
              <a:buFont typeface="Arial"/>
              <a:buNone/>
              <a:defRPr/>
            </a:lvl2pPr>
            <a:lvl3pPr lvl="2" algn="ctr">
              <a:spcBef>
                <a:spcPts val="427"/>
              </a:spcBef>
              <a:spcAft>
                <a:spcPts val="0"/>
              </a:spcAft>
              <a:buClr>
                <a:schemeClr val="dk1"/>
              </a:buClr>
              <a:buSzPts val="2133"/>
              <a:buFont typeface="Arial"/>
              <a:buNone/>
              <a:defRPr/>
            </a:lvl3pPr>
            <a:lvl4pPr lvl="3" algn="ctr">
              <a:spcBef>
                <a:spcPts val="341"/>
              </a:spcBef>
              <a:spcAft>
                <a:spcPts val="0"/>
              </a:spcAft>
              <a:buClr>
                <a:schemeClr val="dk1"/>
              </a:buClr>
              <a:buSzPts val="1707"/>
              <a:buFont typeface="Arial"/>
              <a:buNone/>
              <a:defRPr/>
            </a:lvl4pPr>
            <a:lvl5pPr lvl="4" algn="ctr">
              <a:spcBef>
                <a:spcPts val="341"/>
              </a:spcBef>
              <a:spcAft>
                <a:spcPts val="0"/>
              </a:spcAft>
              <a:buClr>
                <a:schemeClr val="dk1"/>
              </a:buClr>
              <a:buSzPts val="1707"/>
              <a:buFont typeface="Arial"/>
              <a:buNone/>
              <a:defRPr/>
            </a:lvl5pPr>
            <a:lvl6pPr lvl="5" algn="ctr">
              <a:spcBef>
                <a:spcPts val="341"/>
              </a:spcBef>
              <a:spcAft>
                <a:spcPts val="0"/>
              </a:spcAft>
              <a:buClr>
                <a:schemeClr val="dk1"/>
              </a:buClr>
              <a:buSzPts val="1707"/>
              <a:buFont typeface="Arial"/>
              <a:buNone/>
              <a:defRPr/>
            </a:lvl6pPr>
            <a:lvl7pPr lvl="6" algn="ctr">
              <a:spcBef>
                <a:spcPts val="341"/>
              </a:spcBef>
              <a:spcAft>
                <a:spcPts val="0"/>
              </a:spcAft>
              <a:buClr>
                <a:schemeClr val="dk1"/>
              </a:buClr>
              <a:buSzPts val="1707"/>
              <a:buFont typeface="Arial"/>
              <a:buNone/>
              <a:defRPr/>
            </a:lvl7pPr>
            <a:lvl8pPr lvl="7" algn="ctr">
              <a:spcBef>
                <a:spcPts val="341"/>
              </a:spcBef>
              <a:spcAft>
                <a:spcPts val="0"/>
              </a:spcAft>
              <a:buClr>
                <a:schemeClr val="dk1"/>
              </a:buClr>
              <a:buSzPts val="1707"/>
              <a:buFont typeface="Arial"/>
              <a:buNone/>
              <a:defRPr/>
            </a:lvl8pPr>
            <a:lvl9pPr lvl="8" algn="ctr">
              <a:spcBef>
                <a:spcPts val="341"/>
              </a:spcBef>
              <a:spcAft>
                <a:spcPts val="0"/>
              </a:spcAft>
              <a:buClr>
                <a:schemeClr val="dk1"/>
              </a:buClr>
              <a:buSzPts val="1707"/>
              <a:buFont typeface="Arial"/>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13" name="Shape 113"/>
        <p:cNvGrpSpPr/>
        <p:nvPr/>
      </p:nvGrpSpPr>
      <p:grpSpPr>
        <a:xfrm>
          <a:off x="0" y="0"/>
          <a:ext cx="0" cy="0"/>
          <a:chOff x="0" y="0"/>
          <a:chExt cx="0" cy="0"/>
        </a:xfrm>
      </p:grpSpPr>
      <p:sp>
        <p:nvSpPr>
          <p:cNvPr id="114" name="Google Shape;114;p28"/>
          <p:cNvSpPr txBox="1"/>
          <p:nvPr>
            <p:ph type="title"/>
          </p:nvPr>
        </p:nvSpPr>
        <p:spPr>
          <a:xfrm>
            <a:off x="960120" y="1272540"/>
            <a:ext cx="41925240" cy="2202180"/>
          </a:xfrm>
          <a:prstGeom prst="rect">
            <a:avLst/>
          </a:prstGeom>
          <a:noFill/>
          <a:ln>
            <a:noFill/>
          </a:ln>
        </p:spPr>
        <p:txBody>
          <a:bodyPr anchorCtr="0" anchor="ctr" bIns="38000" lIns="76050" spcFirstLastPara="1" rIns="76050" wrap="square" tIns="380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15" name="Google Shape;115;p28"/>
          <p:cNvSpPr txBox="1"/>
          <p:nvPr>
            <p:ph idx="1" type="body"/>
          </p:nvPr>
        </p:nvSpPr>
        <p:spPr>
          <a:xfrm>
            <a:off x="693421" y="5638800"/>
            <a:ext cx="42191940" cy="26563320"/>
          </a:xfrm>
          <a:prstGeom prst="rect">
            <a:avLst/>
          </a:prstGeom>
          <a:noFill/>
          <a:ln>
            <a:noFill/>
          </a:ln>
        </p:spPr>
        <p:txBody>
          <a:bodyPr anchorCtr="0" anchor="t" bIns="380325" lIns="380325" spcFirstLastPara="1" rIns="380325" wrap="square" tIns="380325">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6" name="Shape 116"/>
        <p:cNvGrpSpPr/>
        <p:nvPr/>
      </p:nvGrpSpPr>
      <p:grpSpPr>
        <a:xfrm>
          <a:off x="0" y="0"/>
          <a:ext cx="0" cy="0"/>
          <a:chOff x="0" y="0"/>
          <a:chExt cx="0" cy="0"/>
        </a:xfrm>
      </p:grpSpPr>
      <p:sp>
        <p:nvSpPr>
          <p:cNvPr id="117" name="Google Shape;117;p29"/>
          <p:cNvSpPr txBox="1"/>
          <p:nvPr>
            <p:ph type="title"/>
          </p:nvPr>
        </p:nvSpPr>
        <p:spPr>
          <a:xfrm>
            <a:off x="3467103" y="21153440"/>
            <a:ext cx="37307839" cy="6537326"/>
          </a:xfrm>
          <a:prstGeom prst="rect">
            <a:avLst/>
          </a:prstGeom>
          <a:noFill/>
          <a:ln>
            <a:noFill/>
          </a:ln>
        </p:spPr>
        <p:txBody>
          <a:bodyPr anchorCtr="0" anchor="t" bIns="38000" lIns="76050" spcFirstLastPara="1" rIns="76050" wrap="square" tIns="38000">
            <a:noAutofit/>
          </a:bodyPr>
          <a:lstStyle>
            <a:lvl1pPr lvl="0" algn="l">
              <a:spcBef>
                <a:spcPts val="0"/>
              </a:spcBef>
              <a:spcAft>
                <a:spcPts val="0"/>
              </a:spcAft>
              <a:buSzPts val="1400"/>
              <a:buNone/>
              <a:defRPr b="1" sz="352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18" name="Google Shape;118;p29"/>
          <p:cNvSpPr txBox="1"/>
          <p:nvPr>
            <p:ph idx="1" type="body"/>
          </p:nvPr>
        </p:nvSpPr>
        <p:spPr>
          <a:xfrm>
            <a:off x="3467103" y="13952538"/>
            <a:ext cx="37307839" cy="7200900"/>
          </a:xfrm>
          <a:prstGeom prst="rect">
            <a:avLst/>
          </a:prstGeom>
          <a:noFill/>
          <a:ln>
            <a:noFill/>
          </a:ln>
        </p:spPr>
        <p:txBody>
          <a:bodyPr anchorCtr="0" anchor="b" bIns="380325" lIns="380325" spcFirstLastPara="1" rIns="380325" wrap="square" tIns="380325">
            <a:noAutofit/>
          </a:bodyPr>
          <a:lstStyle>
            <a:lvl1pPr indent="-228600" lvl="0" marL="457200" algn="l">
              <a:spcBef>
                <a:spcPts val="363"/>
              </a:spcBef>
              <a:spcAft>
                <a:spcPts val="0"/>
              </a:spcAft>
              <a:buClr>
                <a:schemeClr val="dk1"/>
              </a:buClr>
              <a:buSzPts val="1813"/>
              <a:buFont typeface="Arial"/>
              <a:buNone/>
              <a:defRPr sz="1812"/>
            </a:lvl1pPr>
            <a:lvl2pPr indent="-228600" lvl="1" marL="914400" algn="l">
              <a:spcBef>
                <a:spcPts val="320"/>
              </a:spcBef>
              <a:spcAft>
                <a:spcPts val="0"/>
              </a:spcAft>
              <a:buClr>
                <a:schemeClr val="dk1"/>
              </a:buClr>
              <a:buSzPts val="1600"/>
              <a:buFont typeface="Arial"/>
              <a:buNone/>
              <a:defRPr sz="1600"/>
            </a:lvl2pPr>
            <a:lvl3pPr indent="-228600" lvl="2" marL="1371600" algn="l">
              <a:spcBef>
                <a:spcPts val="277"/>
              </a:spcBef>
              <a:spcAft>
                <a:spcPts val="0"/>
              </a:spcAft>
              <a:buClr>
                <a:schemeClr val="dk1"/>
              </a:buClr>
              <a:buSzPts val="1387"/>
              <a:buFont typeface="Arial"/>
              <a:buNone/>
              <a:defRPr sz="1387"/>
            </a:lvl3pPr>
            <a:lvl4pPr indent="-228600" lvl="3" marL="1828800" algn="l">
              <a:spcBef>
                <a:spcPts val="256"/>
              </a:spcBef>
              <a:spcAft>
                <a:spcPts val="0"/>
              </a:spcAft>
              <a:buClr>
                <a:schemeClr val="dk1"/>
              </a:buClr>
              <a:buSzPts val="1280"/>
              <a:buFont typeface="Arial"/>
              <a:buNone/>
              <a:defRPr sz="1280"/>
            </a:lvl4pPr>
            <a:lvl5pPr indent="-228600" lvl="4" marL="2286000" algn="l">
              <a:spcBef>
                <a:spcPts val="256"/>
              </a:spcBef>
              <a:spcAft>
                <a:spcPts val="0"/>
              </a:spcAft>
              <a:buClr>
                <a:schemeClr val="dk1"/>
              </a:buClr>
              <a:buSzPts val="1280"/>
              <a:buFont typeface="Arial"/>
              <a:buNone/>
              <a:defRPr sz="1280"/>
            </a:lvl5pPr>
            <a:lvl6pPr indent="-228600" lvl="5" marL="2743200" algn="l">
              <a:spcBef>
                <a:spcPts val="256"/>
              </a:spcBef>
              <a:spcAft>
                <a:spcPts val="0"/>
              </a:spcAft>
              <a:buClr>
                <a:schemeClr val="dk1"/>
              </a:buClr>
              <a:buSzPts val="1280"/>
              <a:buFont typeface="Arial"/>
              <a:buNone/>
              <a:defRPr sz="1280"/>
            </a:lvl6pPr>
            <a:lvl7pPr indent="-228600" lvl="6" marL="3200400" algn="l">
              <a:spcBef>
                <a:spcPts val="256"/>
              </a:spcBef>
              <a:spcAft>
                <a:spcPts val="0"/>
              </a:spcAft>
              <a:buClr>
                <a:schemeClr val="dk1"/>
              </a:buClr>
              <a:buSzPts val="1280"/>
              <a:buFont typeface="Arial"/>
              <a:buNone/>
              <a:defRPr sz="1280"/>
            </a:lvl7pPr>
            <a:lvl8pPr indent="-228600" lvl="7" marL="3657600" algn="l">
              <a:spcBef>
                <a:spcPts val="256"/>
              </a:spcBef>
              <a:spcAft>
                <a:spcPts val="0"/>
              </a:spcAft>
              <a:buClr>
                <a:schemeClr val="dk1"/>
              </a:buClr>
              <a:buSzPts val="1280"/>
              <a:buFont typeface="Arial"/>
              <a:buNone/>
              <a:defRPr sz="1280"/>
            </a:lvl8pPr>
            <a:lvl9pPr indent="-228600" lvl="8" marL="4114800" algn="l">
              <a:spcBef>
                <a:spcPts val="256"/>
              </a:spcBef>
              <a:spcAft>
                <a:spcPts val="0"/>
              </a:spcAft>
              <a:buClr>
                <a:schemeClr val="dk1"/>
              </a:buClr>
              <a:buSzPts val="1280"/>
              <a:buFont typeface="Arial"/>
              <a:buNone/>
              <a:defRPr sz="128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9" name="Shape 119"/>
        <p:cNvGrpSpPr/>
        <p:nvPr/>
      </p:nvGrpSpPr>
      <p:grpSpPr>
        <a:xfrm>
          <a:off x="0" y="0"/>
          <a:ext cx="0" cy="0"/>
          <a:chOff x="0" y="0"/>
          <a:chExt cx="0" cy="0"/>
        </a:xfrm>
      </p:grpSpPr>
      <p:sp>
        <p:nvSpPr>
          <p:cNvPr id="120" name="Google Shape;120;p30"/>
          <p:cNvSpPr txBox="1"/>
          <p:nvPr>
            <p:ph type="title"/>
          </p:nvPr>
        </p:nvSpPr>
        <p:spPr>
          <a:xfrm>
            <a:off x="960120" y="1272540"/>
            <a:ext cx="41925240" cy="2202180"/>
          </a:xfrm>
          <a:prstGeom prst="rect">
            <a:avLst/>
          </a:prstGeom>
          <a:noFill/>
          <a:ln>
            <a:noFill/>
          </a:ln>
        </p:spPr>
        <p:txBody>
          <a:bodyPr anchorCtr="0" anchor="ctr" bIns="38000" lIns="76050" spcFirstLastPara="1" rIns="76050" wrap="square" tIns="380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21" name="Google Shape;121;p30"/>
          <p:cNvSpPr txBox="1"/>
          <p:nvPr>
            <p:ph idx="1" type="body"/>
          </p:nvPr>
        </p:nvSpPr>
        <p:spPr>
          <a:xfrm>
            <a:off x="693742" y="5638802"/>
            <a:ext cx="21018500" cy="26563638"/>
          </a:xfrm>
          <a:prstGeom prst="rect">
            <a:avLst/>
          </a:prstGeom>
          <a:noFill/>
          <a:ln>
            <a:noFill/>
          </a:ln>
        </p:spPr>
        <p:txBody>
          <a:bodyPr anchorCtr="0" anchor="t" bIns="380325" lIns="380325" spcFirstLastPara="1" rIns="380325" wrap="square" tIns="380325">
            <a:noAutofit/>
          </a:bodyPr>
          <a:lstStyle>
            <a:lvl1pPr indent="-384365" lvl="0" marL="457200" algn="l">
              <a:spcBef>
                <a:spcPts val="491"/>
              </a:spcBef>
              <a:spcAft>
                <a:spcPts val="0"/>
              </a:spcAft>
              <a:buClr>
                <a:schemeClr val="dk1"/>
              </a:buClr>
              <a:buSzPts val="2453"/>
              <a:buFont typeface="Arial"/>
              <a:buChar char="•"/>
              <a:defRPr sz="2453"/>
            </a:lvl1pPr>
            <a:lvl2pPr indent="-364045" lvl="1" marL="914400" algn="l">
              <a:spcBef>
                <a:spcPts val="427"/>
              </a:spcBef>
              <a:spcAft>
                <a:spcPts val="0"/>
              </a:spcAft>
              <a:buClr>
                <a:schemeClr val="dk1"/>
              </a:buClr>
              <a:buSzPts val="2133"/>
              <a:buFont typeface="Arial"/>
              <a:buChar char="–"/>
              <a:defRPr sz="2133"/>
            </a:lvl2pPr>
            <a:lvl3pPr indent="-343725" lvl="2" marL="1371600" algn="l">
              <a:spcBef>
                <a:spcPts val="363"/>
              </a:spcBef>
              <a:spcAft>
                <a:spcPts val="0"/>
              </a:spcAft>
              <a:buClr>
                <a:schemeClr val="dk1"/>
              </a:buClr>
              <a:buSzPts val="1813"/>
              <a:buFont typeface="Arial"/>
              <a:buChar char="•"/>
              <a:defRPr sz="1812"/>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122" name="Google Shape;122;p30"/>
          <p:cNvSpPr txBox="1"/>
          <p:nvPr>
            <p:ph idx="2" type="body"/>
          </p:nvPr>
        </p:nvSpPr>
        <p:spPr>
          <a:xfrm>
            <a:off x="21864641" y="5638802"/>
            <a:ext cx="21020087" cy="26563638"/>
          </a:xfrm>
          <a:prstGeom prst="rect">
            <a:avLst/>
          </a:prstGeom>
          <a:noFill/>
          <a:ln>
            <a:noFill/>
          </a:ln>
        </p:spPr>
        <p:txBody>
          <a:bodyPr anchorCtr="0" anchor="t" bIns="380325" lIns="380325" spcFirstLastPara="1" rIns="380325" wrap="square" tIns="380325">
            <a:noAutofit/>
          </a:bodyPr>
          <a:lstStyle>
            <a:lvl1pPr indent="-384365" lvl="0" marL="457200" algn="l">
              <a:spcBef>
                <a:spcPts val="491"/>
              </a:spcBef>
              <a:spcAft>
                <a:spcPts val="0"/>
              </a:spcAft>
              <a:buClr>
                <a:schemeClr val="dk1"/>
              </a:buClr>
              <a:buSzPts val="2453"/>
              <a:buFont typeface="Arial"/>
              <a:buChar char="•"/>
              <a:defRPr sz="2453"/>
            </a:lvl1pPr>
            <a:lvl2pPr indent="-364045" lvl="1" marL="914400" algn="l">
              <a:spcBef>
                <a:spcPts val="427"/>
              </a:spcBef>
              <a:spcAft>
                <a:spcPts val="0"/>
              </a:spcAft>
              <a:buClr>
                <a:schemeClr val="dk1"/>
              </a:buClr>
              <a:buSzPts val="2133"/>
              <a:buFont typeface="Arial"/>
              <a:buChar char="–"/>
              <a:defRPr sz="2133"/>
            </a:lvl2pPr>
            <a:lvl3pPr indent="-343725" lvl="2" marL="1371600" algn="l">
              <a:spcBef>
                <a:spcPts val="363"/>
              </a:spcBef>
              <a:spcAft>
                <a:spcPts val="0"/>
              </a:spcAft>
              <a:buClr>
                <a:schemeClr val="dk1"/>
              </a:buClr>
              <a:buSzPts val="1813"/>
              <a:buFont typeface="Arial"/>
              <a:buChar char="•"/>
              <a:defRPr sz="1812"/>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3" name="Shape 123"/>
        <p:cNvGrpSpPr/>
        <p:nvPr/>
      </p:nvGrpSpPr>
      <p:grpSpPr>
        <a:xfrm>
          <a:off x="0" y="0"/>
          <a:ext cx="0" cy="0"/>
          <a:chOff x="0" y="0"/>
          <a:chExt cx="0" cy="0"/>
        </a:xfrm>
      </p:grpSpPr>
      <p:sp>
        <p:nvSpPr>
          <p:cNvPr id="124" name="Google Shape;124;p31"/>
          <p:cNvSpPr txBox="1"/>
          <p:nvPr>
            <p:ph type="title"/>
          </p:nvPr>
        </p:nvSpPr>
        <p:spPr>
          <a:xfrm>
            <a:off x="2193926" y="1317626"/>
            <a:ext cx="39503351" cy="5486400"/>
          </a:xfrm>
          <a:prstGeom prst="rect">
            <a:avLst/>
          </a:prstGeom>
          <a:noFill/>
          <a:ln>
            <a:noFill/>
          </a:ln>
        </p:spPr>
        <p:txBody>
          <a:bodyPr anchorCtr="0" anchor="ctr" bIns="38000" lIns="76050" spcFirstLastPara="1" rIns="76050" wrap="square" tIns="380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25" name="Google Shape;125;p31"/>
          <p:cNvSpPr txBox="1"/>
          <p:nvPr>
            <p:ph idx="1" type="body"/>
          </p:nvPr>
        </p:nvSpPr>
        <p:spPr>
          <a:xfrm>
            <a:off x="2193926" y="7369178"/>
            <a:ext cx="19392901" cy="3070226"/>
          </a:xfrm>
          <a:prstGeom prst="rect">
            <a:avLst/>
          </a:prstGeom>
          <a:noFill/>
          <a:ln>
            <a:noFill/>
          </a:ln>
        </p:spPr>
        <p:txBody>
          <a:bodyPr anchorCtr="0" anchor="b" bIns="380325" lIns="380325" spcFirstLastPara="1" rIns="380325" wrap="square" tIns="380325">
            <a:noAutofit/>
          </a:bodyPr>
          <a:lstStyle>
            <a:lvl1pPr indent="-228600" lvl="0" marL="457200" algn="l">
              <a:spcBef>
                <a:spcPts val="427"/>
              </a:spcBef>
              <a:spcAft>
                <a:spcPts val="0"/>
              </a:spcAft>
              <a:buClr>
                <a:schemeClr val="dk1"/>
              </a:buClr>
              <a:buSzPts val="2133"/>
              <a:buFont typeface="Arial"/>
              <a:buNone/>
              <a:defRPr b="1" sz="2133"/>
            </a:lvl1pPr>
            <a:lvl2pPr indent="-228600" lvl="1" marL="914400" algn="l">
              <a:spcBef>
                <a:spcPts val="363"/>
              </a:spcBef>
              <a:spcAft>
                <a:spcPts val="0"/>
              </a:spcAft>
              <a:buClr>
                <a:schemeClr val="dk1"/>
              </a:buClr>
              <a:buSzPts val="1813"/>
              <a:buFont typeface="Arial"/>
              <a:buNone/>
              <a:defRPr b="1" sz="1812"/>
            </a:lvl2pPr>
            <a:lvl3pPr indent="-228600" lvl="2" marL="1371600" algn="l">
              <a:spcBef>
                <a:spcPts val="320"/>
              </a:spcBef>
              <a:spcAft>
                <a:spcPts val="0"/>
              </a:spcAft>
              <a:buClr>
                <a:schemeClr val="dk1"/>
              </a:buClr>
              <a:buSzPts val="1600"/>
              <a:buFont typeface="Arial"/>
              <a:buNone/>
              <a:defRPr b="1" sz="1600"/>
            </a:lvl3pPr>
            <a:lvl4pPr indent="-228600" lvl="3" marL="1828800" algn="l">
              <a:spcBef>
                <a:spcPts val="277"/>
              </a:spcBef>
              <a:spcAft>
                <a:spcPts val="0"/>
              </a:spcAft>
              <a:buClr>
                <a:schemeClr val="dk1"/>
              </a:buClr>
              <a:buSzPts val="1387"/>
              <a:buFont typeface="Arial"/>
              <a:buNone/>
              <a:defRPr b="1" sz="1387"/>
            </a:lvl4pPr>
            <a:lvl5pPr indent="-228600" lvl="4" marL="2286000" algn="l">
              <a:spcBef>
                <a:spcPts val="277"/>
              </a:spcBef>
              <a:spcAft>
                <a:spcPts val="0"/>
              </a:spcAft>
              <a:buClr>
                <a:schemeClr val="dk1"/>
              </a:buClr>
              <a:buSzPts val="1387"/>
              <a:buFont typeface="Arial"/>
              <a:buNone/>
              <a:defRPr b="1" sz="1387"/>
            </a:lvl5pPr>
            <a:lvl6pPr indent="-228600" lvl="5" marL="2743200" algn="l">
              <a:spcBef>
                <a:spcPts val="277"/>
              </a:spcBef>
              <a:spcAft>
                <a:spcPts val="0"/>
              </a:spcAft>
              <a:buClr>
                <a:schemeClr val="dk1"/>
              </a:buClr>
              <a:buSzPts val="1387"/>
              <a:buFont typeface="Arial"/>
              <a:buNone/>
              <a:defRPr b="1" sz="1387"/>
            </a:lvl6pPr>
            <a:lvl7pPr indent="-228600" lvl="6" marL="3200400" algn="l">
              <a:spcBef>
                <a:spcPts val="277"/>
              </a:spcBef>
              <a:spcAft>
                <a:spcPts val="0"/>
              </a:spcAft>
              <a:buClr>
                <a:schemeClr val="dk1"/>
              </a:buClr>
              <a:buSzPts val="1387"/>
              <a:buFont typeface="Arial"/>
              <a:buNone/>
              <a:defRPr b="1" sz="1387"/>
            </a:lvl7pPr>
            <a:lvl8pPr indent="-228600" lvl="7" marL="3657600" algn="l">
              <a:spcBef>
                <a:spcPts val="277"/>
              </a:spcBef>
              <a:spcAft>
                <a:spcPts val="0"/>
              </a:spcAft>
              <a:buClr>
                <a:schemeClr val="dk1"/>
              </a:buClr>
              <a:buSzPts val="1387"/>
              <a:buFont typeface="Arial"/>
              <a:buNone/>
              <a:defRPr b="1" sz="1387"/>
            </a:lvl8pPr>
            <a:lvl9pPr indent="-228600" lvl="8" marL="4114800" algn="l">
              <a:spcBef>
                <a:spcPts val="277"/>
              </a:spcBef>
              <a:spcAft>
                <a:spcPts val="0"/>
              </a:spcAft>
              <a:buClr>
                <a:schemeClr val="dk1"/>
              </a:buClr>
              <a:buSzPts val="1387"/>
              <a:buFont typeface="Arial"/>
              <a:buNone/>
              <a:defRPr b="1" sz="1387"/>
            </a:lvl9pPr>
          </a:lstStyle>
          <a:p/>
        </p:txBody>
      </p:sp>
      <p:sp>
        <p:nvSpPr>
          <p:cNvPr id="126" name="Google Shape;126;p31"/>
          <p:cNvSpPr txBox="1"/>
          <p:nvPr>
            <p:ph idx="2" type="body"/>
          </p:nvPr>
        </p:nvSpPr>
        <p:spPr>
          <a:xfrm>
            <a:off x="2193926" y="10439402"/>
            <a:ext cx="19392901" cy="18965864"/>
          </a:xfrm>
          <a:prstGeom prst="rect">
            <a:avLst/>
          </a:prstGeom>
          <a:noFill/>
          <a:ln>
            <a:noFill/>
          </a:ln>
        </p:spPr>
        <p:txBody>
          <a:bodyPr anchorCtr="0" anchor="t" bIns="380325" lIns="380325" spcFirstLastPara="1" rIns="380325" wrap="square" tIns="380325">
            <a:noAutofit/>
          </a:bodyPr>
          <a:lstStyle>
            <a:lvl1pPr indent="-364045" lvl="0" marL="457200" algn="l">
              <a:spcBef>
                <a:spcPts val="427"/>
              </a:spcBef>
              <a:spcAft>
                <a:spcPts val="0"/>
              </a:spcAft>
              <a:buClr>
                <a:schemeClr val="dk1"/>
              </a:buClr>
              <a:buSzPts val="2133"/>
              <a:buFont typeface="Arial"/>
              <a:buChar char="•"/>
              <a:defRPr sz="2133"/>
            </a:lvl1pPr>
            <a:lvl2pPr indent="-343725" lvl="1" marL="914400" algn="l">
              <a:spcBef>
                <a:spcPts val="363"/>
              </a:spcBef>
              <a:spcAft>
                <a:spcPts val="0"/>
              </a:spcAft>
              <a:buClr>
                <a:schemeClr val="dk1"/>
              </a:buClr>
              <a:buSzPts val="1813"/>
              <a:buFont typeface="Arial"/>
              <a:buChar char="–"/>
              <a:defRPr sz="1812"/>
            </a:lvl2pPr>
            <a:lvl3pPr indent="-330200" lvl="2" marL="1371600" algn="l">
              <a:spcBef>
                <a:spcPts val="320"/>
              </a:spcBef>
              <a:spcAft>
                <a:spcPts val="0"/>
              </a:spcAft>
              <a:buClr>
                <a:schemeClr val="dk1"/>
              </a:buClr>
              <a:buSzPts val="1600"/>
              <a:buFont typeface="Arial"/>
              <a:buChar char="•"/>
              <a:defRPr sz="1600"/>
            </a:lvl3pPr>
            <a:lvl4pPr indent="-316674" lvl="3" marL="1828800" algn="l">
              <a:spcBef>
                <a:spcPts val="277"/>
              </a:spcBef>
              <a:spcAft>
                <a:spcPts val="0"/>
              </a:spcAft>
              <a:buClr>
                <a:schemeClr val="dk1"/>
              </a:buClr>
              <a:buSzPts val="1387"/>
              <a:buFont typeface="Arial"/>
              <a:buChar char="–"/>
              <a:defRPr sz="1387"/>
            </a:lvl4pPr>
            <a:lvl5pPr indent="-316674" lvl="4" marL="2286000" algn="l">
              <a:spcBef>
                <a:spcPts val="277"/>
              </a:spcBef>
              <a:spcAft>
                <a:spcPts val="0"/>
              </a:spcAft>
              <a:buClr>
                <a:schemeClr val="dk1"/>
              </a:buClr>
              <a:buSzPts val="1387"/>
              <a:buFont typeface="Arial"/>
              <a:buChar char="»"/>
              <a:defRPr sz="1387"/>
            </a:lvl5pPr>
            <a:lvl6pPr indent="-316674" lvl="5" marL="2743200" algn="l">
              <a:spcBef>
                <a:spcPts val="277"/>
              </a:spcBef>
              <a:spcAft>
                <a:spcPts val="0"/>
              </a:spcAft>
              <a:buClr>
                <a:schemeClr val="dk1"/>
              </a:buClr>
              <a:buSzPts val="1387"/>
              <a:buFont typeface="Arial"/>
              <a:buChar char="»"/>
              <a:defRPr sz="1387"/>
            </a:lvl6pPr>
            <a:lvl7pPr indent="-316674" lvl="6" marL="3200400" algn="l">
              <a:spcBef>
                <a:spcPts val="277"/>
              </a:spcBef>
              <a:spcAft>
                <a:spcPts val="0"/>
              </a:spcAft>
              <a:buClr>
                <a:schemeClr val="dk1"/>
              </a:buClr>
              <a:buSzPts val="1387"/>
              <a:buFont typeface="Arial"/>
              <a:buChar char="»"/>
              <a:defRPr sz="1387"/>
            </a:lvl7pPr>
            <a:lvl8pPr indent="-316674" lvl="7" marL="3657600" algn="l">
              <a:spcBef>
                <a:spcPts val="277"/>
              </a:spcBef>
              <a:spcAft>
                <a:spcPts val="0"/>
              </a:spcAft>
              <a:buClr>
                <a:schemeClr val="dk1"/>
              </a:buClr>
              <a:buSzPts val="1387"/>
              <a:buFont typeface="Arial"/>
              <a:buChar char="»"/>
              <a:defRPr sz="1387"/>
            </a:lvl8pPr>
            <a:lvl9pPr indent="-316674" lvl="8" marL="4114800" algn="l">
              <a:spcBef>
                <a:spcPts val="277"/>
              </a:spcBef>
              <a:spcAft>
                <a:spcPts val="0"/>
              </a:spcAft>
              <a:buClr>
                <a:schemeClr val="dk1"/>
              </a:buClr>
              <a:buSzPts val="1387"/>
              <a:buFont typeface="Arial"/>
              <a:buChar char="»"/>
              <a:defRPr sz="1387"/>
            </a:lvl9pPr>
          </a:lstStyle>
          <a:p/>
        </p:txBody>
      </p:sp>
      <p:sp>
        <p:nvSpPr>
          <p:cNvPr id="127" name="Google Shape;127;p31"/>
          <p:cNvSpPr txBox="1"/>
          <p:nvPr>
            <p:ph idx="3" type="body"/>
          </p:nvPr>
        </p:nvSpPr>
        <p:spPr>
          <a:xfrm>
            <a:off x="22296440" y="7369178"/>
            <a:ext cx="19400837" cy="3070226"/>
          </a:xfrm>
          <a:prstGeom prst="rect">
            <a:avLst/>
          </a:prstGeom>
          <a:noFill/>
          <a:ln>
            <a:noFill/>
          </a:ln>
        </p:spPr>
        <p:txBody>
          <a:bodyPr anchorCtr="0" anchor="b" bIns="380325" lIns="380325" spcFirstLastPara="1" rIns="380325" wrap="square" tIns="380325">
            <a:noAutofit/>
          </a:bodyPr>
          <a:lstStyle>
            <a:lvl1pPr indent="-228600" lvl="0" marL="457200" algn="l">
              <a:spcBef>
                <a:spcPts val="427"/>
              </a:spcBef>
              <a:spcAft>
                <a:spcPts val="0"/>
              </a:spcAft>
              <a:buClr>
                <a:schemeClr val="dk1"/>
              </a:buClr>
              <a:buSzPts val="2133"/>
              <a:buFont typeface="Arial"/>
              <a:buNone/>
              <a:defRPr b="1" sz="2133"/>
            </a:lvl1pPr>
            <a:lvl2pPr indent="-228600" lvl="1" marL="914400" algn="l">
              <a:spcBef>
                <a:spcPts val="363"/>
              </a:spcBef>
              <a:spcAft>
                <a:spcPts val="0"/>
              </a:spcAft>
              <a:buClr>
                <a:schemeClr val="dk1"/>
              </a:buClr>
              <a:buSzPts val="1813"/>
              <a:buFont typeface="Arial"/>
              <a:buNone/>
              <a:defRPr b="1" sz="1812"/>
            </a:lvl2pPr>
            <a:lvl3pPr indent="-228600" lvl="2" marL="1371600" algn="l">
              <a:spcBef>
                <a:spcPts val="320"/>
              </a:spcBef>
              <a:spcAft>
                <a:spcPts val="0"/>
              </a:spcAft>
              <a:buClr>
                <a:schemeClr val="dk1"/>
              </a:buClr>
              <a:buSzPts val="1600"/>
              <a:buFont typeface="Arial"/>
              <a:buNone/>
              <a:defRPr b="1" sz="1600"/>
            </a:lvl3pPr>
            <a:lvl4pPr indent="-228600" lvl="3" marL="1828800" algn="l">
              <a:spcBef>
                <a:spcPts val="277"/>
              </a:spcBef>
              <a:spcAft>
                <a:spcPts val="0"/>
              </a:spcAft>
              <a:buClr>
                <a:schemeClr val="dk1"/>
              </a:buClr>
              <a:buSzPts val="1387"/>
              <a:buFont typeface="Arial"/>
              <a:buNone/>
              <a:defRPr b="1" sz="1387"/>
            </a:lvl4pPr>
            <a:lvl5pPr indent="-228600" lvl="4" marL="2286000" algn="l">
              <a:spcBef>
                <a:spcPts val="277"/>
              </a:spcBef>
              <a:spcAft>
                <a:spcPts val="0"/>
              </a:spcAft>
              <a:buClr>
                <a:schemeClr val="dk1"/>
              </a:buClr>
              <a:buSzPts val="1387"/>
              <a:buFont typeface="Arial"/>
              <a:buNone/>
              <a:defRPr b="1" sz="1387"/>
            </a:lvl5pPr>
            <a:lvl6pPr indent="-228600" lvl="5" marL="2743200" algn="l">
              <a:spcBef>
                <a:spcPts val="277"/>
              </a:spcBef>
              <a:spcAft>
                <a:spcPts val="0"/>
              </a:spcAft>
              <a:buClr>
                <a:schemeClr val="dk1"/>
              </a:buClr>
              <a:buSzPts val="1387"/>
              <a:buFont typeface="Arial"/>
              <a:buNone/>
              <a:defRPr b="1" sz="1387"/>
            </a:lvl6pPr>
            <a:lvl7pPr indent="-228600" lvl="6" marL="3200400" algn="l">
              <a:spcBef>
                <a:spcPts val="277"/>
              </a:spcBef>
              <a:spcAft>
                <a:spcPts val="0"/>
              </a:spcAft>
              <a:buClr>
                <a:schemeClr val="dk1"/>
              </a:buClr>
              <a:buSzPts val="1387"/>
              <a:buFont typeface="Arial"/>
              <a:buNone/>
              <a:defRPr b="1" sz="1387"/>
            </a:lvl7pPr>
            <a:lvl8pPr indent="-228600" lvl="7" marL="3657600" algn="l">
              <a:spcBef>
                <a:spcPts val="277"/>
              </a:spcBef>
              <a:spcAft>
                <a:spcPts val="0"/>
              </a:spcAft>
              <a:buClr>
                <a:schemeClr val="dk1"/>
              </a:buClr>
              <a:buSzPts val="1387"/>
              <a:buFont typeface="Arial"/>
              <a:buNone/>
              <a:defRPr b="1" sz="1387"/>
            </a:lvl8pPr>
            <a:lvl9pPr indent="-228600" lvl="8" marL="4114800" algn="l">
              <a:spcBef>
                <a:spcPts val="277"/>
              </a:spcBef>
              <a:spcAft>
                <a:spcPts val="0"/>
              </a:spcAft>
              <a:buClr>
                <a:schemeClr val="dk1"/>
              </a:buClr>
              <a:buSzPts val="1387"/>
              <a:buFont typeface="Arial"/>
              <a:buNone/>
              <a:defRPr b="1" sz="1387"/>
            </a:lvl9pPr>
          </a:lstStyle>
          <a:p/>
        </p:txBody>
      </p:sp>
      <p:sp>
        <p:nvSpPr>
          <p:cNvPr id="128" name="Google Shape;128;p31"/>
          <p:cNvSpPr txBox="1"/>
          <p:nvPr>
            <p:ph idx="4" type="body"/>
          </p:nvPr>
        </p:nvSpPr>
        <p:spPr>
          <a:xfrm>
            <a:off x="22296440" y="10439402"/>
            <a:ext cx="19400837" cy="18965864"/>
          </a:xfrm>
          <a:prstGeom prst="rect">
            <a:avLst/>
          </a:prstGeom>
          <a:noFill/>
          <a:ln>
            <a:noFill/>
          </a:ln>
        </p:spPr>
        <p:txBody>
          <a:bodyPr anchorCtr="0" anchor="t" bIns="380325" lIns="380325" spcFirstLastPara="1" rIns="380325" wrap="square" tIns="380325">
            <a:noAutofit/>
          </a:bodyPr>
          <a:lstStyle>
            <a:lvl1pPr indent="-364045" lvl="0" marL="457200" algn="l">
              <a:spcBef>
                <a:spcPts val="427"/>
              </a:spcBef>
              <a:spcAft>
                <a:spcPts val="0"/>
              </a:spcAft>
              <a:buClr>
                <a:schemeClr val="dk1"/>
              </a:buClr>
              <a:buSzPts val="2133"/>
              <a:buFont typeface="Arial"/>
              <a:buChar char="•"/>
              <a:defRPr sz="2133"/>
            </a:lvl1pPr>
            <a:lvl2pPr indent="-343725" lvl="1" marL="914400" algn="l">
              <a:spcBef>
                <a:spcPts val="363"/>
              </a:spcBef>
              <a:spcAft>
                <a:spcPts val="0"/>
              </a:spcAft>
              <a:buClr>
                <a:schemeClr val="dk1"/>
              </a:buClr>
              <a:buSzPts val="1813"/>
              <a:buFont typeface="Arial"/>
              <a:buChar char="–"/>
              <a:defRPr sz="1812"/>
            </a:lvl2pPr>
            <a:lvl3pPr indent="-330200" lvl="2" marL="1371600" algn="l">
              <a:spcBef>
                <a:spcPts val="320"/>
              </a:spcBef>
              <a:spcAft>
                <a:spcPts val="0"/>
              </a:spcAft>
              <a:buClr>
                <a:schemeClr val="dk1"/>
              </a:buClr>
              <a:buSzPts val="1600"/>
              <a:buFont typeface="Arial"/>
              <a:buChar char="•"/>
              <a:defRPr sz="1600"/>
            </a:lvl3pPr>
            <a:lvl4pPr indent="-316674" lvl="3" marL="1828800" algn="l">
              <a:spcBef>
                <a:spcPts val="277"/>
              </a:spcBef>
              <a:spcAft>
                <a:spcPts val="0"/>
              </a:spcAft>
              <a:buClr>
                <a:schemeClr val="dk1"/>
              </a:buClr>
              <a:buSzPts val="1387"/>
              <a:buFont typeface="Arial"/>
              <a:buChar char="–"/>
              <a:defRPr sz="1387"/>
            </a:lvl4pPr>
            <a:lvl5pPr indent="-316674" lvl="4" marL="2286000" algn="l">
              <a:spcBef>
                <a:spcPts val="277"/>
              </a:spcBef>
              <a:spcAft>
                <a:spcPts val="0"/>
              </a:spcAft>
              <a:buClr>
                <a:schemeClr val="dk1"/>
              </a:buClr>
              <a:buSzPts val="1387"/>
              <a:buFont typeface="Arial"/>
              <a:buChar char="»"/>
              <a:defRPr sz="1387"/>
            </a:lvl5pPr>
            <a:lvl6pPr indent="-316674" lvl="5" marL="2743200" algn="l">
              <a:spcBef>
                <a:spcPts val="277"/>
              </a:spcBef>
              <a:spcAft>
                <a:spcPts val="0"/>
              </a:spcAft>
              <a:buClr>
                <a:schemeClr val="dk1"/>
              </a:buClr>
              <a:buSzPts val="1387"/>
              <a:buFont typeface="Arial"/>
              <a:buChar char="»"/>
              <a:defRPr sz="1387"/>
            </a:lvl6pPr>
            <a:lvl7pPr indent="-316674" lvl="6" marL="3200400" algn="l">
              <a:spcBef>
                <a:spcPts val="277"/>
              </a:spcBef>
              <a:spcAft>
                <a:spcPts val="0"/>
              </a:spcAft>
              <a:buClr>
                <a:schemeClr val="dk1"/>
              </a:buClr>
              <a:buSzPts val="1387"/>
              <a:buFont typeface="Arial"/>
              <a:buChar char="»"/>
              <a:defRPr sz="1387"/>
            </a:lvl7pPr>
            <a:lvl8pPr indent="-316674" lvl="7" marL="3657600" algn="l">
              <a:spcBef>
                <a:spcPts val="277"/>
              </a:spcBef>
              <a:spcAft>
                <a:spcPts val="0"/>
              </a:spcAft>
              <a:buClr>
                <a:schemeClr val="dk1"/>
              </a:buClr>
              <a:buSzPts val="1387"/>
              <a:buFont typeface="Arial"/>
              <a:buChar char="»"/>
              <a:defRPr sz="1387"/>
            </a:lvl8pPr>
            <a:lvl9pPr indent="-316674" lvl="8" marL="4114800" algn="l">
              <a:spcBef>
                <a:spcPts val="277"/>
              </a:spcBef>
              <a:spcAft>
                <a:spcPts val="0"/>
              </a:spcAft>
              <a:buClr>
                <a:schemeClr val="dk1"/>
              </a:buClr>
              <a:buSzPts val="1387"/>
              <a:buFont typeface="Arial"/>
              <a:buChar char="»"/>
              <a:defRPr sz="1387"/>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9" name="Shape 129"/>
        <p:cNvGrpSpPr/>
        <p:nvPr/>
      </p:nvGrpSpPr>
      <p:grpSpPr>
        <a:xfrm>
          <a:off x="0" y="0"/>
          <a:ext cx="0" cy="0"/>
          <a:chOff x="0" y="0"/>
          <a:chExt cx="0" cy="0"/>
        </a:xfrm>
      </p:grpSpPr>
      <p:sp>
        <p:nvSpPr>
          <p:cNvPr id="130" name="Google Shape;130;p32"/>
          <p:cNvSpPr txBox="1"/>
          <p:nvPr>
            <p:ph type="title"/>
          </p:nvPr>
        </p:nvSpPr>
        <p:spPr>
          <a:xfrm>
            <a:off x="960120" y="1272540"/>
            <a:ext cx="41925240" cy="2202180"/>
          </a:xfrm>
          <a:prstGeom prst="rect">
            <a:avLst/>
          </a:prstGeom>
          <a:noFill/>
          <a:ln>
            <a:noFill/>
          </a:ln>
        </p:spPr>
        <p:txBody>
          <a:bodyPr anchorCtr="0" anchor="ctr" bIns="38000" lIns="76050" spcFirstLastPara="1" rIns="76050" wrap="square" tIns="380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1" name="Shape 131"/>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2" name="Shape 132"/>
        <p:cNvGrpSpPr/>
        <p:nvPr/>
      </p:nvGrpSpPr>
      <p:grpSpPr>
        <a:xfrm>
          <a:off x="0" y="0"/>
          <a:ext cx="0" cy="0"/>
          <a:chOff x="0" y="0"/>
          <a:chExt cx="0" cy="0"/>
        </a:xfrm>
      </p:grpSpPr>
      <p:sp>
        <p:nvSpPr>
          <p:cNvPr id="133" name="Google Shape;133;p34"/>
          <p:cNvSpPr txBox="1"/>
          <p:nvPr>
            <p:ph type="title"/>
          </p:nvPr>
        </p:nvSpPr>
        <p:spPr>
          <a:xfrm>
            <a:off x="2193926" y="1311276"/>
            <a:ext cx="14439901" cy="5576889"/>
          </a:xfrm>
          <a:prstGeom prst="rect">
            <a:avLst/>
          </a:prstGeom>
          <a:noFill/>
          <a:ln>
            <a:noFill/>
          </a:ln>
        </p:spPr>
        <p:txBody>
          <a:bodyPr anchorCtr="0" anchor="b" bIns="38000" lIns="76050" spcFirstLastPara="1" rIns="76050" wrap="square" tIns="38000">
            <a:noAutofit/>
          </a:bodyPr>
          <a:lstStyle>
            <a:lvl1pPr lvl="0" algn="l">
              <a:spcBef>
                <a:spcPts val="0"/>
              </a:spcBef>
              <a:spcAft>
                <a:spcPts val="0"/>
              </a:spcAft>
              <a:buSzPts val="1400"/>
              <a:buNone/>
              <a:defRPr b="1" sz="1812"/>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34" name="Google Shape;134;p34"/>
          <p:cNvSpPr txBox="1"/>
          <p:nvPr>
            <p:ph idx="1" type="body"/>
          </p:nvPr>
        </p:nvSpPr>
        <p:spPr>
          <a:xfrm>
            <a:off x="17160875" y="1311276"/>
            <a:ext cx="24536400" cy="28093989"/>
          </a:xfrm>
          <a:prstGeom prst="rect">
            <a:avLst/>
          </a:prstGeom>
          <a:noFill/>
          <a:ln>
            <a:noFill/>
          </a:ln>
        </p:spPr>
        <p:txBody>
          <a:bodyPr anchorCtr="0" anchor="t" bIns="380325" lIns="380325" spcFirstLastPara="1" rIns="380325" wrap="square" tIns="380325">
            <a:noAutofit/>
          </a:bodyPr>
          <a:lstStyle>
            <a:lvl1pPr indent="-411480" lvl="0" marL="457200" algn="l">
              <a:spcBef>
                <a:spcPts val="576"/>
              </a:spcBef>
              <a:spcAft>
                <a:spcPts val="0"/>
              </a:spcAft>
              <a:buClr>
                <a:schemeClr val="dk1"/>
              </a:buClr>
              <a:buSzPts val="2880"/>
              <a:buFont typeface="Arial"/>
              <a:buChar char="•"/>
              <a:defRPr sz="2880"/>
            </a:lvl1pPr>
            <a:lvl2pPr indent="-384365" lvl="1" marL="914400" algn="l">
              <a:spcBef>
                <a:spcPts val="491"/>
              </a:spcBef>
              <a:spcAft>
                <a:spcPts val="0"/>
              </a:spcAft>
              <a:buClr>
                <a:schemeClr val="dk1"/>
              </a:buClr>
              <a:buSzPts val="2453"/>
              <a:buFont typeface="Arial"/>
              <a:buChar char="–"/>
              <a:defRPr sz="2453"/>
            </a:lvl2pPr>
            <a:lvl3pPr indent="-364045" lvl="2" marL="1371600" algn="l">
              <a:spcBef>
                <a:spcPts val="427"/>
              </a:spcBef>
              <a:spcAft>
                <a:spcPts val="0"/>
              </a:spcAft>
              <a:buClr>
                <a:schemeClr val="dk1"/>
              </a:buClr>
              <a:buSzPts val="2133"/>
              <a:buFont typeface="Arial"/>
              <a:buChar char="•"/>
              <a:defRPr sz="2133"/>
            </a:lvl3pPr>
            <a:lvl4pPr indent="-343725" lvl="3" marL="1828800" algn="l">
              <a:spcBef>
                <a:spcPts val="363"/>
              </a:spcBef>
              <a:spcAft>
                <a:spcPts val="0"/>
              </a:spcAft>
              <a:buClr>
                <a:schemeClr val="dk1"/>
              </a:buClr>
              <a:buSzPts val="1813"/>
              <a:buFont typeface="Arial"/>
              <a:buChar char="–"/>
              <a:defRPr sz="1812"/>
            </a:lvl4pPr>
            <a:lvl5pPr indent="-343725" lvl="4" marL="2286000" algn="l">
              <a:spcBef>
                <a:spcPts val="363"/>
              </a:spcBef>
              <a:spcAft>
                <a:spcPts val="0"/>
              </a:spcAft>
              <a:buClr>
                <a:schemeClr val="dk1"/>
              </a:buClr>
              <a:buSzPts val="1813"/>
              <a:buFont typeface="Arial"/>
              <a:buChar char="»"/>
              <a:defRPr sz="1812"/>
            </a:lvl5pPr>
            <a:lvl6pPr indent="-343725" lvl="5" marL="2743200" algn="l">
              <a:spcBef>
                <a:spcPts val="363"/>
              </a:spcBef>
              <a:spcAft>
                <a:spcPts val="0"/>
              </a:spcAft>
              <a:buClr>
                <a:schemeClr val="dk1"/>
              </a:buClr>
              <a:buSzPts val="1813"/>
              <a:buFont typeface="Arial"/>
              <a:buChar char="»"/>
              <a:defRPr sz="1812"/>
            </a:lvl6pPr>
            <a:lvl7pPr indent="-343725" lvl="6" marL="3200400" algn="l">
              <a:spcBef>
                <a:spcPts val="363"/>
              </a:spcBef>
              <a:spcAft>
                <a:spcPts val="0"/>
              </a:spcAft>
              <a:buClr>
                <a:schemeClr val="dk1"/>
              </a:buClr>
              <a:buSzPts val="1813"/>
              <a:buFont typeface="Arial"/>
              <a:buChar char="»"/>
              <a:defRPr sz="1812"/>
            </a:lvl7pPr>
            <a:lvl8pPr indent="-343725" lvl="7" marL="3657600" algn="l">
              <a:spcBef>
                <a:spcPts val="363"/>
              </a:spcBef>
              <a:spcAft>
                <a:spcPts val="0"/>
              </a:spcAft>
              <a:buClr>
                <a:schemeClr val="dk1"/>
              </a:buClr>
              <a:buSzPts val="1813"/>
              <a:buFont typeface="Arial"/>
              <a:buChar char="»"/>
              <a:defRPr sz="1812"/>
            </a:lvl8pPr>
            <a:lvl9pPr indent="-343725" lvl="8" marL="4114800" algn="l">
              <a:spcBef>
                <a:spcPts val="363"/>
              </a:spcBef>
              <a:spcAft>
                <a:spcPts val="0"/>
              </a:spcAft>
              <a:buClr>
                <a:schemeClr val="dk1"/>
              </a:buClr>
              <a:buSzPts val="1813"/>
              <a:buFont typeface="Arial"/>
              <a:buChar char="»"/>
              <a:defRPr sz="1812"/>
            </a:lvl9pPr>
          </a:lstStyle>
          <a:p/>
        </p:txBody>
      </p:sp>
      <p:sp>
        <p:nvSpPr>
          <p:cNvPr id="135" name="Google Shape;135;p34"/>
          <p:cNvSpPr txBox="1"/>
          <p:nvPr>
            <p:ph idx="2" type="body"/>
          </p:nvPr>
        </p:nvSpPr>
        <p:spPr>
          <a:xfrm>
            <a:off x="2193926" y="6888164"/>
            <a:ext cx="14439901" cy="22517100"/>
          </a:xfrm>
          <a:prstGeom prst="rect">
            <a:avLst/>
          </a:prstGeom>
          <a:noFill/>
          <a:ln>
            <a:noFill/>
          </a:ln>
        </p:spPr>
        <p:txBody>
          <a:bodyPr anchorCtr="0" anchor="t" bIns="380325" lIns="380325" spcFirstLastPara="1" rIns="380325" wrap="square" tIns="380325">
            <a:noAutofit/>
          </a:bodyPr>
          <a:lstStyle>
            <a:lvl1pPr indent="-228600" lvl="0" marL="457200" algn="l">
              <a:spcBef>
                <a:spcPts val="256"/>
              </a:spcBef>
              <a:spcAft>
                <a:spcPts val="0"/>
              </a:spcAft>
              <a:buClr>
                <a:schemeClr val="dk1"/>
              </a:buClr>
              <a:buSzPts val="1280"/>
              <a:buFont typeface="Arial"/>
              <a:buNone/>
              <a:defRPr sz="1280"/>
            </a:lvl1pPr>
            <a:lvl2pPr indent="-228600" lvl="1" marL="914400" algn="l">
              <a:spcBef>
                <a:spcPts val="213"/>
              </a:spcBef>
              <a:spcAft>
                <a:spcPts val="0"/>
              </a:spcAft>
              <a:buClr>
                <a:schemeClr val="dk1"/>
              </a:buClr>
              <a:buSzPts val="1067"/>
              <a:buFont typeface="Arial"/>
              <a:buNone/>
              <a:defRPr sz="1067"/>
            </a:lvl2pPr>
            <a:lvl3pPr indent="-228600" lvl="2" marL="1371600" algn="l">
              <a:spcBef>
                <a:spcPts val="171"/>
              </a:spcBef>
              <a:spcAft>
                <a:spcPts val="0"/>
              </a:spcAft>
              <a:buClr>
                <a:schemeClr val="dk1"/>
              </a:buClr>
              <a:buSzPts val="853"/>
              <a:buFont typeface="Arial"/>
              <a:buNone/>
              <a:defRPr sz="853"/>
            </a:lvl3pPr>
            <a:lvl4pPr indent="-228600" lvl="3" marL="1828800" algn="l">
              <a:spcBef>
                <a:spcPts val="149"/>
              </a:spcBef>
              <a:spcAft>
                <a:spcPts val="0"/>
              </a:spcAft>
              <a:buClr>
                <a:schemeClr val="dk1"/>
              </a:buClr>
              <a:buSzPts val="747"/>
              <a:buFont typeface="Arial"/>
              <a:buNone/>
              <a:defRPr sz="747"/>
            </a:lvl4pPr>
            <a:lvl5pPr indent="-228600" lvl="4" marL="2286000" algn="l">
              <a:spcBef>
                <a:spcPts val="149"/>
              </a:spcBef>
              <a:spcAft>
                <a:spcPts val="0"/>
              </a:spcAft>
              <a:buClr>
                <a:schemeClr val="dk1"/>
              </a:buClr>
              <a:buSzPts val="747"/>
              <a:buFont typeface="Arial"/>
              <a:buNone/>
              <a:defRPr sz="747"/>
            </a:lvl5pPr>
            <a:lvl6pPr indent="-228600" lvl="5" marL="2743200" algn="l">
              <a:spcBef>
                <a:spcPts val="149"/>
              </a:spcBef>
              <a:spcAft>
                <a:spcPts val="0"/>
              </a:spcAft>
              <a:buClr>
                <a:schemeClr val="dk1"/>
              </a:buClr>
              <a:buSzPts val="747"/>
              <a:buFont typeface="Arial"/>
              <a:buNone/>
              <a:defRPr sz="747"/>
            </a:lvl6pPr>
            <a:lvl7pPr indent="-228600" lvl="6" marL="3200400" algn="l">
              <a:spcBef>
                <a:spcPts val="149"/>
              </a:spcBef>
              <a:spcAft>
                <a:spcPts val="0"/>
              </a:spcAft>
              <a:buClr>
                <a:schemeClr val="dk1"/>
              </a:buClr>
              <a:buSzPts val="747"/>
              <a:buFont typeface="Arial"/>
              <a:buNone/>
              <a:defRPr sz="747"/>
            </a:lvl7pPr>
            <a:lvl8pPr indent="-228600" lvl="7" marL="3657600" algn="l">
              <a:spcBef>
                <a:spcPts val="149"/>
              </a:spcBef>
              <a:spcAft>
                <a:spcPts val="0"/>
              </a:spcAft>
              <a:buClr>
                <a:schemeClr val="dk1"/>
              </a:buClr>
              <a:buSzPts val="747"/>
              <a:buFont typeface="Arial"/>
              <a:buNone/>
              <a:defRPr sz="747"/>
            </a:lvl8pPr>
            <a:lvl9pPr indent="-228600" lvl="8" marL="4114800" algn="l">
              <a:spcBef>
                <a:spcPts val="149"/>
              </a:spcBef>
              <a:spcAft>
                <a:spcPts val="0"/>
              </a:spcAft>
              <a:buClr>
                <a:schemeClr val="dk1"/>
              </a:buClr>
              <a:buSzPts val="747"/>
              <a:buFont typeface="Arial"/>
              <a:buNone/>
              <a:defRPr sz="747"/>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36" name="Shape 136"/>
        <p:cNvGrpSpPr/>
        <p:nvPr/>
      </p:nvGrpSpPr>
      <p:grpSpPr>
        <a:xfrm>
          <a:off x="0" y="0"/>
          <a:ext cx="0" cy="0"/>
          <a:chOff x="0" y="0"/>
          <a:chExt cx="0" cy="0"/>
        </a:xfrm>
      </p:grpSpPr>
      <p:sp>
        <p:nvSpPr>
          <p:cNvPr id="137" name="Google Shape;137;p35"/>
          <p:cNvSpPr txBox="1"/>
          <p:nvPr>
            <p:ph type="title"/>
          </p:nvPr>
        </p:nvSpPr>
        <p:spPr>
          <a:xfrm>
            <a:off x="8602664" y="23042566"/>
            <a:ext cx="26335037" cy="2720975"/>
          </a:xfrm>
          <a:prstGeom prst="rect">
            <a:avLst/>
          </a:prstGeom>
          <a:noFill/>
          <a:ln>
            <a:noFill/>
          </a:ln>
        </p:spPr>
        <p:txBody>
          <a:bodyPr anchorCtr="0" anchor="b" bIns="38000" lIns="76050" spcFirstLastPara="1" rIns="76050" wrap="square" tIns="38000">
            <a:noAutofit/>
          </a:bodyPr>
          <a:lstStyle>
            <a:lvl1pPr lvl="0" algn="l">
              <a:spcBef>
                <a:spcPts val="0"/>
              </a:spcBef>
              <a:spcAft>
                <a:spcPts val="0"/>
              </a:spcAft>
              <a:buSzPts val="1400"/>
              <a:buNone/>
              <a:defRPr b="1" sz="1812"/>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38" name="Google Shape;138;p35"/>
          <p:cNvSpPr/>
          <p:nvPr>
            <p:ph idx="2" type="pic"/>
          </p:nvPr>
        </p:nvSpPr>
        <p:spPr>
          <a:xfrm>
            <a:off x="8602664" y="2941640"/>
            <a:ext cx="26335037" cy="19750088"/>
          </a:xfrm>
          <a:prstGeom prst="rect">
            <a:avLst/>
          </a:prstGeom>
          <a:noFill/>
          <a:ln>
            <a:noFill/>
          </a:ln>
        </p:spPr>
      </p:sp>
      <p:sp>
        <p:nvSpPr>
          <p:cNvPr id="139" name="Google Shape;139;p35"/>
          <p:cNvSpPr txBox="1"/>
          <p:nvPr>
            <p:ph idx="1" type="body"/>
          </p:nvPr>
        </p:nvSpPr>
        <p:spPr>
          <a:xfrm>
            <a:off x="8602664" y="25763540"/>
            <a:ext cx="26335037" cy="3862388"/>
          </a:xfrm>
          <a:prstGeom prst="rect">
            <a:avLst/>
          </a:prstGeom>
          <a:noFill/>
          <a:ln>
            <a:noFill/>
          </a:ln>
        </p:spPr>
        <p:txBody>
          <a:bodyPr anchorCtr="0" anchor="t" bIns="380325" lIns="380325" spcFirstLastPara="1" rIns="380325" wrap="square" tIns="380325">
            <a:noAutofit/>
          </a:bodyPr>
          <a:lstStyle>
            <a:lvl1pPr indent="-228600" lvl="0" marL="457200" algn="l">
              <a:spcBef>
                <a:spcPts val="256"/>
              </a:spcBef>
              <a:spcAft>
                <a:spcPts val="0"/>
              </a:spcAft>
              <a:buClr>
                <a:schemeClr val="dk1"/>
              </a:buClr>
              <a:buSzPts val="1280"/>
              <a:buFont typeface="Arial"/>
              <a:buNone/>
              <a:defRPr sz="1280"/>
            </a:lvl1pPr>
            <a:lvl2pPr indent="-228600" lvl="1" marL="914400" algn="l">
              <a:spcBef>
                <a:spcPts val="213"/>
              </a:spcBef>
              <a:spcAft>
                <a:spcPts val="0"/>
              </a:spcAft>
              <a:buClr>
                <a:schemeClr val="dk1"/>
              </a:buClr>
              <a:buSzPts val="1067"/>
              <a:buFont typeface="Arial"/>
              <a:buNone/>
              <a:defRPr sz="1067"/>
            </a:lvl2pPr>
            <a:lvl3pPr indent="-228600" lvl="2" marL="1371600" algn="l">
              <a:spcBef>
                <a:spcPts val="171"/>
              </a:spcBef>
              <a:spcAft>
                <a:spcPts val="0"/>
              </a:spcAft>
              <a:buClr>
                <a:schemeClr val="dk1"/>
              </a:buClr>
              <a:buSzPts val="853"/>
              <a:buFont typeface="Arial"/>
              <a:buNone/>
              <a:defRPr sz="853"/>
            </a:lvl3pPr>
            <a:lvl4pPr indent="-228600" lvl="3" marL="1828800" algn="l">
              <a:spcBef>
                <a:spcPts val="149"/>
              </a:spcBef>
              <a:spcAft>
                <a:spcPts val="0"/>
              </a:spcAft>
              <a:buClr>
                <a:schemeClr val="dk1"/>
              </a:buClr>
              <a:buSzPts val="747"/>
              <a:buFont typeface="Arial"/>
              <a:buNone/>
              <a:defRPr sz="747"/>
            </a:lvl4pPr>
            <a:lvl5pPr indent="-228600" lvl="4" marL="2286000" algn="l">
              <a:spcBef>
                <a:spcPts val="149"/>
              </a:spcBef>
              <a:spcAft>
                <a:spcPts val="0"/>
              </a:spcAft>
              <a:buClr>
                <a:schemeClr val="dk1"/>
              </a:buClr>
              <a:buSzPts val="747"/>
              <a:buFont typeface="Arial"/>
              <a:buNone/>
              <a:defRPr sz="747"/>
            </a:lvl5pPr>
            <a:lvl6pPr indent="-228600" lvl="5" marL="2743200" algn="l">
              <a:spcBef>
                <a:spcPts val="149"/>
              </a:spcBef>
              <a:spcAft>
                <a:spcPts val="0"/>
              </a:spcAft>
              <a:buClr>
                <a:schemeClr val="dk1"/>
              </a:buClr>
              <a:buSzPts val="747"/>
              <a:buFont typeface="Arial"/>
              <a:buNone/>
              <a:defRPr sz="747"/>
            </a:lvl6pPr>
            <a:lvl7pPr indent="-228600" lvl="6" marL="3200400" algn="l">
              <a:spcBef>
                <a:spcPts val="149"/>
              </a:spcBef>
              <a:spcAft>
                <a:spcPts val="0"/>
              </a:spcAft>
              <a:buClr>
                <a:schemeClr val="dk1"/>
              </a:buClr>
              <a:buSzPts val="747"/>
              <a:buFont typeface="Arial"/>
              <a:buNone/>
              <a:defRPr sz="747"/>
            </a:lvl7pPr>
            <a:lvl8pPr indent="-228600" lvl="7" marL="3657600" algn="l">
              <a:spcBef>
                <a:spcPts val="149"/>
              </a:spcBef>
              <a:spcAft>
                <a:spcPts val="0"/>
              </a:spcAft>
              <a:buClr>
                <a:schemeClr val="dk1"/>
              </a:buClr>
              <a:buSzPts val="747"/>
              <a:buFont typeface="Arial"/>
              <a:buNone/>
              <a:defRPr sz="747"/>
            </a:lvl8pPr>
            <a:lvl9pPr indent="-228600" lvl="8" marL="4114800" algn="l">
              <a:spcBef>
                <a:spcPts val="149"/>
              </a:spcBef>
              <a:spcAft>
                <a:spcPts val="0"/>
              </a:spcAft>
              <a:buClr>
                <a:schemeClr val="dk1"/>
              </a:buClr>
              <a:buSzPts val="747"/>
              <a:buFont typeface="Arial"/>
              <a:buNone/>
              <a:defRPr sz="747"/>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0" name="Shape 140"/>
        <p:cNvGrpSpPr/>
        <p:nvPr/>
      </p:nvGrpSpPr>
      <p:grpSpPr>
        <a:xfrm>
          <a:off x="0" y="0"/>
          <a:ext cx="0" cy="0"/>
          <a:chOff x="0" y="0"/>
          <a:chExt cx="0" cy="0"/>
        </a:xfrm>
      </p:grpSpPr>
      <p:sp>
        <p:nvSpPr>
          <p:cNvPr id="141" name="Google Shape;141;p36"/>
          <p:cNvSpPr txBox="1"/>
          <p:nvPr>
            <p:ph type="title"/>
          </p:nvPr>
        </p:nvSpPr>
        <p:spPr>
          <a:xfrm>
            <a:off x="960120" y="1272540"/>
            <a:ext cx="41925240" cy="2202180"/>
          </a:xfrm>
          <a:prstGeom prst="rect">
            <a:avLst/>
          </a:prstGeom>
          <a:noFill/>
          <a:ln>
            <a:noFill/>
          </a:ln>
        </p:spPr>
        <p:txBody>
          <a:bodyPr anchorCtr="0" anchor="ctr" bIns="38000" lIns="76050" spcFirstLastPara="1" rIns="76050" wrap="square" tIns="380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42" name="Google Shape;142;p36"/>
          <p:cNvSpPr txBox="1"/>
          <p:nvPr>
            <p:ph idx="1" type="body"/>
          </p:nvPr>
        </p:nvSpPr>
        <p:spPr>
          <a:xfrm rot="5400000">
            <a:off x="8507731" y="-2175510"/>
            <a:ext cx="26563320" cy="42191940"/>
          </a:xfrm>
          <a:prstGeom prst="rect">
            <a:avLst/>
          </a:prstGeom>
          <a:noFill/>
          <a:ln>
            <a:noFill/>
          </a:ln>
        </p:spPr>
        <p:txBody>
          <a:bodyPr anchorCtr="0" anchor="t" bIns="380325" lIns="380325" spcFirstLastPara="1" rIns="380325" wrap="square" tIns="380325">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43" name="Shape 143"/>
        <p:cNvGrpSpPr/>
        <p:nvPr/>
      </p:nvGrpSpPr>
      <p:grpSpPr>
        <a:xfrm>
          <a:off x="0" y="0"/>
          <a:ext cx="0" cy="0"/>
          <a:chOff x="0" y="0"/>
          <a:chExt cx="0" cy="0"/>
        </a:xfrm>
      </p:grpSpPr>
      <p:sp>
        <p:nvSpPr>
          <p:cNvPr id="144" name="Google Shape;144;p37"/>
          <p:cNvSpPr txBox="1"/>
          <p:nvPr>
            <p:ph type="title"/>
          </p:nvPr>
        </p:nvSpPr>
        <p:spPr>
          <a:xfrm rot="5400000">
            <a:off x="22146421" y="11464134"/>
            <a:ext cx="30929264" cy="10547351"/>
          </a:xfrm>
          <a:prstGeom prst="rect">
            <a:avLst/>
          </a:prstGeom>
          <a:noFill/>
          <a:ln>
            <a:noFill/>
          </a:ln>
        </p:spPr>
        <p:txBody>
          <a:bodyPr anchorCtr="0" anchor="ctr" bIns="38000" lIns="76050" spcFirstLastPara="1" rIns="76050" wrap="square" tIns="380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45" name="Google Shape;145;p37"/>
          <p:cNvSpPr txBox="1"/>
          <p:nvPr>
            <p:ph idx="1" type="body"/>
          </p:nvPr>
        </p:nvSpPr>
        <p:spPr>
          <a:xfrm rot="5400000">
            <a:off x="974727" y="992189"/>
            <a:ext cx="30929264" cy="31491239"/>
          </a:xfrm>
          <a:prstGeom prst="rect">
            <a:avLst/>
          </a:prstGeom>
          <a:noFill/>
          <a:ln>
            <a:noFill/>
          </a:ln>
        </p:spPr>
        <p:txBody>
          <a:bodyPr anchorCtr="0" anchor="t" bIns="380325" lIns="380325" spcFirstLastPara="1" rIns="380325" wrap="square" tIns="380325">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2" Type="http://schemas.openxmlformats.org/officeDocument/2006/relationships/theme" Target="../theme/theme4.xml"/><Relationship Id="rId9" Type="http://schemas.openxmlformats.org/officeDocument/2006/relationships/slideLayout" Target="../slideLayouts/slideLayout31.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
          <p:cNvSpPr/>
          <p:nvPr/>
        </p:nvSpPr>
        <p:spPr>
          <a:xfrm>
            <a:off x="0" y="0"/>
            <a:ext cx="43891200" cy="4800600"/>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0625" lIns="81275" spcFirstLastPara="1" rIns="81275" wrap="square" tIns="40625">
            <a:noAutofit/>
          </a:bodyPr>
          <a:lstStyle/>
          <a:p>
            <a:pPr indent="0" lvl="0" marL="0" marR="0" rtl="0" algn="l">
              <a:spcBef>
                <a:spcPts val="0"/>
              </a:spcBef>
              <a:spcAft>
                <a:spcPts val="0"/>
              </a:spcAft>
              <a:buNone/>
            </a:pPr>
            <a:r>
              <a:t/>
            </a:r>
            <a:endParaRPr b="0" i="0" sz="2195" u="none" cap="none" strike="noStrike">
              <a:solidFill>
                <a:schemeClr val="dk1"/>
              </a:solidFill>
              <a:latin typeface="Arial Narrow"/>
              <a:ea typeface="Arial Narrow"/>
              <a:cs typeface="Arial Narrow"/>
              <a:sym typeface="Arial Narrow"/>
            </a:endParaRPr>
          </a:p>
        </p:txBody>
      </p:sp>
      <p:sp>
        <p:nvSpPr>
          <p:cNvPr id="11" name="Google Shape;11;p2"/>
          <p:cNvSpPr/>
          <p:nvPr/>
        </p:nvSpPr>
        <p:spPr>
          <a:xfrm>
            <a:off x="693421" y="5638800"/>
            <a:ext cx="9974580" cy="26563320"/>
          </a:xfrm>
          <a:prstGeom prst="rect">
            <a:avLst/>
          </a:prstGeom>
          <a:solidFill>
            <a:srgbClr val="FFFFFF"/>
          </a:solidFill>
          <a:ln cap="flat" cmpd="sng" w="9525">
            <a:solidFill>
              <a:schemeClr val="dk1"/>
            </a:solidFill>
            <a:prstDash val="solid"/>
            <a:miter lim="800000"/>
            <a:headEnd len="sm" w="sm" type="none"/>
            <a:tailEnd len="sm" w="sm" type="none"/>
          </a:ln>
        </p:spPr>
        <p:txBody>
          <a:bodyPr anchorCtr="0" anchor="ctr" bIns="40625" lIns="81275" spcFirstLastPara="1" rIns="81275" wrap="square" tIns="40625">
            <a:noAutofit/>
          </a:bodyPr>
          <a:lstStyle/>
          <a:p>
            <a:pPr indent="0" lvl="0" marL="0" marR="0" rtl="0" algn="l">
              <a:spcBef>
                <a:spcPts val="0"/>
              </a:spcBef>
              <a:spcAft>
                <a:spcPts val="0"/>
              </a:spcAft>
              <a:buNone/>
            </a:pPr>
            <a:r>
              <a:t/>
            </a:r>
            <a:endParaRPr b="0" i="0" sz="2195" u="none" cap="none" strike="noStrike">
              <a:solidFill>
                <a:schemeClr val="dk1"/>
              </a:solidFill>
              <a:latin typeface="Arial Narrow"/>
              <a:ea typeface="Arial Narrow"/>
              <a:cs typeface="Arial Narrow"/>
              <a:sym typeface="Arial Narrow"/>
            </a:endParaRPr>
          </a:p>
        </p:txBody>
      </p:sp>
      <p:sp>
        <p:nvSpPr>
          <p:cNvPr id="12" name="Google Shape;12;p2"/>
          <p:cNvSpPr/>
          <p:nvPr/>
        </p:nvSpPr>
        <p:spPr>
          <a:xfrm>
            <a:off x="70726" y="4800600"/>
            <a:ext cx="43752273" cy="129540"/>
          </a:xfrm>
          <a:prstGeom prst="rect">
            <a:avLst/>
          </a:prstGeom>
          <a:solidFill>
            <a:srgbClr val="660000"/>
          </a:solidFill>
          <a:ln cap="flat" cmpd="sng" w="152400">
            <a:solidFill>
              <a:srgbClr val="FF9900"/>
            </a:solidFill>
            <a:prstDash val="solid"/>
            <a:miter lim="800000"/>
            <a:headEnd len="sm" w="sm" type="none"/>
            <a:tailEnd len="sm" w="sm" type="none"/>
          </a:ln>
        </p:spPr>
        <p:txBody>
          <a:bodyPr anchorCtr="0" anchor="ctr" bIns="40625" lIns="81275" spcFirstLastPara="1" rIns="81275" wrap="square" tIns="40625">
            <a:noAutofit/>
          </a:bodyPr>
          <a:lstStyle/>
          <a:p>
            <a:pPr indent="0" lvl="0" marL="0" marR="0" rtl="0" algn="l">
              <a:spcBef>
                <a:spcPts val="0"/>
              </a:spcBef>
              <a:spcAft>
                <a:spcPts val="0"/>
              </a:spcAft>
              <a:buNone/>
            </a:pPr>
            <a:r>
              <a:t/>
            </a:r>
            <a:endParaRPr b="0" i="0" sz="2195" u="none" cap="none" strike="noStrike">
              <a:solidFill>
                <a:schemeClr val="dk1"/>
              </a:solidFill>
              <a:latin typeface="Arial Narrow"/>
              <a:ea typeface="Arial Narrow"/>
              <a:cs typeface="Arial Narrow"/>
              <a:sym typeface="Arial Narrow"/>
            </a:endParaRPr>
          </a:p>
        </p:txBody>
      </p:sp>
      <p:sp>
        <p:nvSpPr>
          <p:cNvPr id="13" name="Google Shape;13;p2"/>
          <p:cNvSpPr txBox="1"/>
          <p:nvPr/>
        </p:nvSpPr>
        <p:spPr>
          <a:xfrm>
            <a:off x="609600" y="32445961"/>
            <a:ext cx="2514600" cy="275603"/>
          </a:xfrm>
          <a:prstGeom prst="rect">
            <a:avLst/>
          </a:prstGeom>
          <a:noFill/>
          <a:ln>
            <a:noFill/>
          </a:ln>
        </p:spPr>
        <p:txBody>
          <a:bodyPr anchorCtr="0" anchor="t" bIns="40550" lIns="81100" spcFirstLastPara="1" rIns="81100" wrap="square" tIns="40550">
            <a:spAutoFit/>
          </a:bodyPr>
          <a:lstStyle/>
          <a:p>
            <a:pPr indent="0" lvl="0" marL="0" marR="0" rtl="0" algn="l">
              <a:lnSpc>
                <a:spcPct val="65000"/>
              </a:lnSpc>
              <a:spcBef>
                <a:spcPts val="0"/>
              </a:spcBef>
              <a:spcAft>
                <a:spcPts val="0"/>
              </a:spcAft>
              <a:buNone/>
            </a:pPr>
            <a:r>
              <a:rPr b="1" i="0" lang="en-US" sz="427" u="none" cap="none" strike="noStrike">
                <a:solidFill>
                  <a:schemeClr val="lt2"/>
                </a:solidFill>
                <a:latin typeface="Arial"/>
                <a:ea typeface="Arial"/>
                <a:cs typeface="Arial"/>
                <a:sym typeface="Arial"/>
              </a:rPr>
              <a:t>TEMPLATE DESIGN © 2008</a:t>
            </a:r>
            <a:endParaRPr/>
          </a:p>
          <a:p>
            <a:pPr indent="0" lvl="0" marL="0" marR="0" rtl="0" algn="l">
              <a:lnSpc>
                <a:spcPct val="65000"/>
              </a:lnSpc>
              <a:spcBef>
                <a:spcPts val="427"/>
              </a:spcBef>
              <a:spcAft>
                <a:spcPts val="0"/>
              </a:spcAft>
              <a:buNone/>
            </a:pPr>
            <a:r>
              <a:rPr b="1" i="0" lang="en-US" sz="853" u="none" cap="none" strike="noStrike">
                <a:solidFill>
                  <a:schemeClr val="lt2"/>
                </a:solidFill>
                <a:latin typeface="Arial"/>
                <a:ea typeface="Arial"/>
                <a:cs typeface="Arial"/>
                <a:sym typeface="Arial"/>
              </a:rPr>
              <a:t>www.PosterPresentations.com</a:t>
            </a:r>
            <a:endParaRPr/>
          </a:p>
        </p:txBody>
      </p:sp>
      <p:sp>
        <p:nvSpPr>
          <p:cNvPr id="14" name="Google Shape;14;p2"/>
          <p:cNvSpPr txBox="1"/>
          <p:nvPr>
            <p:ph type="title"/>
          </p:nvPr>
        </p:nvSpPr>
        <p:spPr>
          <a:xfrm>
            <a:off x="960120" y="1272540"/>
            <a:ext cx="41925240" cy="2202180"/>
          </a:xfrm>
          <a:prstGeom prst="rect">
            <a:avLst/>
          </a:prstGeom>
          <a:noFill/>
          <a:ln>
            <a:noFill/>
          </a:ln>
        </p:spPr>
        <p:txBody>
          <a:bodyPr anchorCtr="0" anchor="ctr" bIns="38000" lIns="76050" spcFirstLastPara="1" rIns="76050" wrap="square" tIns="38000">
            <a:noAutofit/>
          </a:bodyPr>
          <a:lstStyle>
            <a:lvl1pPr lvl="0" marR="0" rtl="0" algn="ctr">
              <a:spcBef>
                <a:spcPts val="0"/>
              </a:spcBef>
              <a:spcAft>
                <a:spcPts val="0"/>
              </a:spcAft>
              <a:buSzPts val="1400"/>
              <a:buNone/>
              <a:defRPr b="0" i="0" sz="7680" u="none" cap="none" strike="noStrike">
                <a:solidFill>
                  <a:srgbClr val="FFFFFF"/>
                </a:solidFill>
                <a:latin typeface="Arial Black"/>
                <a:ea typeface="Arial Black"/>
                <a:cs typeface="Arial Black"/>
                <a:sym typeface="Arial Black"/>
              </a:defRPr>
            </a:lvl1pPr>
            <a:lvl2pPr lvl="1" marR="0" rtl="0" algn="ctr">
              <a:spcBef>
                <a:spcPts val="0"/>
              </a:spcBef>
              <a:spcAft>
                <a:spcPts val="0"/>
              </a:spcAft>
              <a:buSzPts val="1400"/>
              <a:buNone/>
              <a:defRPr b="0" i="0" sz="7680" u="none" cap="none" strike="noStrike">
                <a:solidFill>
                  <a:srgbClr val="FFFFFF"/>
                </a:solidFill>
                <a:latin typeface="Arial Black"/>
                <a:ea typeface="Arial Black"/>
                <a:cs typeface="Arial Black"/>
                <a:sym typeface="Arial Black"/>
              </a:defRPr>
            </a:lvl2pPr>
            <a:lvl3pPr lvl="2" marR="0" rtl="0" algn="ctr">
              <a:spcBef>
                <a:spcPts val="0"/>
              </a:spcBef>
              <a:spcAft>
                <a:spcPts val="0"/>
              </a:spcAft>
              <a:buSzPts val="1400"/>
              <a:buNone/>
              <a:defRPr b="0" i="0" sz="7680" u="none" cap="none" strike="noStrike">
                <a:solidFill>
                  <a:srgbClr val="FFFFFF"/>
                </a:solidFill>
                <a:latin typeface="Arial Black"/>
                <a:ea typeface="Arial Black"/>
                <a:cs typeface="Arial Black"/>
                <a:sym typeface="Arial Black"/>
              </a:defRPr>
            </a:lvl3pPr>
            <a:lvl4pPr lvl="3" marR="0" rtl="0" algn="ctr">
              <a:spcBef>
                <a:spcPts val="0"/>
              </a:spcBef>
              <a:spcAft>
                <a:spcPts val="0"/>
              </a:spcAft>
              <a:buSzPts val="1400"/>
              <a:buNone/>
              <a:defRPr b="0" i="0" sz="7680" u="none" cap="none" strike="noStrike">
                <a:solidFill>
                  <a:srgbClr val="FFFFFF"/>
                </a:solidFill>
                <a:latin typeface="Arial Black"/>
                <a:ea typeface="Arial Black"/>
                <a:cs typeface="Arial Black"/>
                <a:sym typeface="Arial Black"/>
              </a:defRPr>
            </a:lvl4pPr>
            <a:lvl5pPr lvl="4" marR="0" rtl="0" algn="ctr">
              <a:spcBef>
                <a:spcPts val="0"/>
              </a:spcBef>
              <a:spcAft>
                <a:spcPts val="0"/>
              </a:spcAft>
              <a:buSzPts val="1400"/>
              <a:buNone/>
              <a:defRPr b="0" i="0" sz="7680" u="none" cap="none" strike="noStrike">
                <a:solidFill>
                  <a:srgbClr val="FFFFFF"/>
                </a:solidFill>
                <a:latin typeface="Arial Black"/>
                <a:ea typeface="Arial Black"/>
                <a:cs typeface="Arial Black"/>
                <a:sym typeface="Arial Black"/>
              </a:defRPr>
            </a:lvl5pPr>
            <a:lvl6pPr lvl="5" marR="0" rtl="0" algn="ctr">
              <a:spcBef>
                <a:spcPts val="0"/>
              </a:spcBef>
              <a:spcAft>
                <a:spcPts val="0"/>
              </a:spcAft>
              <a:buSzPts val="1400"/>
              <a:buNone/>
              <a:defRPr b="0" i="0" sz="7680" u="none" cap="none" strike="noStrike">
                <a:solidFill>
                  <a:srgbClr val="FFFFFF"/>
                </a:solidFill>
                <a:latin typeface="Arial Black"/>
                <a:ea typeface="Arial Black"/>
                <a:cs typeface="Arial Black"/>
                <a:sym typeface="Arial Black"/>
              </a:defRPr>
            </a:lvl6pPr>
            <a:lvl7pPr lvl="6" marR="0" rtl="0" algn="ctr">
              <a:spcBef>
                <a:spcPts val="0"/>
              </a:spcBef>
              <a:spcAft>
                <a:spcPts val="0"/>
              </a:spcAft>
              <a:buSzPts val="1400"/>
              <a:buNone/>
              <a:defRPr b="0" i="0" sz="7680" u="none" cap="none" strike="noStrike">
                <a:solidFill>
                  <a:srgbClr val="FFFFFF"/>
                </a:solidFill>
                <a:latin typeface="Arial Black"/>
                <a:ea typeface="Arial Black"/>
                <a:cs typeface="Arial Black"/>
                <a:sym typeface="Arial Black"/>
              </a:defRPr>
            </a:lvl7pPr>
            <a:lvl8pPr lvl="7" marR="0" rtl="0" algn="ctr">
              <a:spcBef>
                <a:spcPts val="0"/>
              </a:spcBef>
              <a:spcAft>
                <a:spcPts val="0"/>
              </a:spcAft>
              <a:buSzPts val="1400"/>
              <a:buNone/>
              <a:defRPr b="0" i="0" sz="7680" u="none" cap="none" strike="noStrike">
                <a:solidFill>
                  <a:srgbClr val="FFFFFF"/>
                </a:solidFill>
                <a:latin typeface="Arial Black"/>
                <a:ea typeface="Arial Black"/>
                <a:cs typeface="Arial Black"/>
                <a:sym typeface="Arial Black"/>
              </a:defRPr>
            </a:lvl8pPr>
            <a:lvl9pPr lvl="8" marR="0" rtl="0" algn="ctr">
              <a:spcBef>
                <a:spcPts val="0"/>
              </a:spcBef>
              <a:spcAft>
                <a:spcPts val="0"/>
              </a:spcAft>
              <a:buSzPts val="1400"/>
              <a:buNone/>
              <a:defRPr b="0" i="0" sz="7680" u="none" cap="none" strike="noStrike">
                <a:solidFill>
                  <a:srgbClr val="FFFFFF"/>
                </a:solidFill>
                <a:latin typeface="Arial Black"/>
                <a:ea typeface="Arial Black"/>
                <a:cs typeface="Arial Black"/>
                <a:sym typeface="Arial Black"/>
              </a:defRPr>
            </a:lvl9pPr>
          </a:lstStyle>
          <a:p/>
        </p:txBody>
      </p:sp>
      <p:sp>
        <p:nvSpPr>
          <p:cNvPr id="15" name="Google Shape;15;p2"/>
          <p:cNvSpPr txBox="1"/>
          <p:nvPr>
            <p:ph idx="1" type="body"/>
          </p:nvPr>
        </p:nvSpPr>
        <p:spPr>
          <a:xfrm>
            <a:off x="693421" y="5638800"/>
            <a:ext cx="9974580" cy="26563320"/>
          </a:xfrm>
          <a:prstGeom prst="rect">
            <a:avLst/>
          </a:prstGeom>
          <a:noFill/>
          <a:ln>
            <a:noFill/>
          </a:ln>
        </p:spPr>
        <p:txBody>
          <a:bodyPr anchorCtr="0" anchor="t" bIns="380325" lIns="380325" spcFirstLastPara="1" rIns="380325" wrap="square" tIns="380325">
            <a:noAutofit/>
          </a:bodyPr>
          <a:lstStyle>
            <a:lvl1pPr indent="-391160" lvl="0" marL="457200" marR="0" rtl="0" algn="l">
              <a:spcBef>
                <a:spcPts val="512"/>
              </a:spcBef>
              <a:spcAft>
                <a:spcPts val="0"/>
              </a:spcAft>
              <a:buClr>
                <a:schemeClr val="dk1"/>
              </a:buClr>
              <a:buSzPts val="2560"/>
              <a:buFont typeface="Arial"/>
              <a:buChar char="•"/>
              <a:defRPr b="0" i="0" sz="2560" u="none" cap="none" strike="noStrike">
                <a:solidFill>
                  <a:schemeClr val="dk1"/>
                </a:solidFill>
                <a:latin typeface="Arial"/>
                <a:ea typeface="Arial"/>
                <a:cs typeface="Arial"/>
                <a:sym typeface="Arial"/>
              </a:defRPr>
            </a:lvl1pPr>
            <a:lvl2pPr indent="-391160" lvl="1" marL="914400" marR="0" rtl="0" algn="l">
              <a:spcBef>
                <a:spcPts val="512"/>
              </a:spcBef>
              <a:spcAft>
                <a:spcPts val="0"/>
              </a:spcAft>
              <a:buClr>
                <a:schemeClr val="dk1"/>
              </a:buClr>
              <a:buSzPts val="2560"/>
              <a:buFont typeface="Arial"/>
              <a:buChar char="–"/>
              <a:defRPr b="0" i="0" sz="2560" u="none" cap="none" strike="noStrike">
                <a:solidFill>
                  <a:schemeClr val="dk1"/>
                </a:solidFill>
                <a:latin typeface="Arial"/>
                <a:ea typeface="Arial"/>
                <a:cs typeface="Arial"/>
                <a:sym typeface="Arial"/>
              </a:defRPr>
            </a:lvl2pPr>
            <a:lvl3pPr indent="-364045" lvl="2" marL="1371600" marR="0" rtl="0" algn="l">
              <a:spcBef>
                <a:spcPts val="427"/>
              </a:spcBef>
              <a:spcAft>
                <a:spcPts val="0"/>
              </a:spcAft>
              <a:buClr>
                <a:schemeClr val="dk1"/>
              </a:buClr>
              <a:buSzPts val="2133"/>
              <a:buFont typeface="Arial"/>
              <a:buChar char="•"/>
              <a:defRPr b="0" i="0" sz="2133" u="none" cap="none" strike="noStrike">
                <a:solidFill>
                  <a:schemeClr val="dk1"/>
                </a:solidFill>
                <a:latin typeface="Arial"/>
                <a:ea typeface="Arial"/>
                <a:cs typeface="Arial"/>
                <a:sym typeface="Arial"/>
              </a:defRPr>
            </a:lvl3pPr>
            <a:lvl4pPr indent="-336994" lvl="3" marL="1828800" marR="0" rtl="0" algn="l">
              <a:spcBef>
                <a:spcPts val="341"/>
              </a:spcBef>
              <a:spcAft>
                <a:spcPts val="0"/>
              </a:spcAft>
              <a:buClr>
                <a:schemeClr val="dk1"/>
              </a:buClr>
              <a:buSzPts val="1707"/>
              <a:buFont typeface="Arial"/>
              <a:buChar char="–"/>
              <a:defRPr b="0" i="0" sz="1707" u="none" cap="none" strike="noStrike">
                <a:solidFill>
                  <a:schemeClr val="dk1"/>
                </a:solidFill>
                <a:latin typeface="Arial"/>
                <a:ea typeface="Arial"/>
                <a:cs typeface="Arial"/>
                <a:sym typeface="Arial"/>
              </a:defRPr>
            </a:lvl4pPr>
            <a:lvl5pPr indent="-336994" lvl="4" marL="2286000" marR="0" rtl="0" algn="l">
              <a:spcBef>
                <a:spcPts val="341"/>
              </a:spcBef>
              <a:spcAft>
                <a:spcPts val="0"/>
              </a:spcAft>
              <a:buClr>
                <a:schemeClr val="dk1"/>
              </a:buClr>
              <a:buSzPts val="1707"/>
              <a:buFont typeface="Arial"/>
              <a:buChar char="»"/>
              <a:defRPr b="0" i="0" sz="1707" u="none" cap="none" strike="noStrike">
                <a:solidFill>
                  <a:schemeClr val="dk1"/>
                </a:solidFill>
                <a:latin typeface="Arial"/>
                <a:ea typeface="Arial"/>
                <a:cs typeface="Arial"/>
                <a:sym typeface="Arial"/>
              </a:defRPr>
            </a:lvl5pPr>
            <a:lvl6pPr indent="-336994" lvl="5" marL="2743200" marR="0" rtl="0" algn="l">
              <a:spcBef>
                <a:spcPts val="341"/>
              </a:spcBef>
              <a:spcAft>
                <a:spcPts val="0"/>
              </a:spcAft>
              <a:buClr>
                <a:schemeClr val="dk1"/>
              </a:buClr>
              <a:buSzPts val="1707"/>
              <a:buFont typeface="Arial"/>
              <a:buChar char="»"/>
              <a:defRPr b="0" i="0" sz="1707" u="none" cap="none" strike="noStrike">
                <a:solidFill>
                  <a:schemeClr val="dk1"/>
                </a:solidFill>
                <a:latin typeface="Arial"/>
                <a:ea typeface="Arial"/>
                <a:cs typeface="Arial"/>
                <a:sym typeface="Arial"/>
              </a:defRPr>
            </a:lvl6pPr>
            <a:lvl7pPr indent="-336994" lvl="6" marL="3200400" marR="0" rtl="0" algn="l">
              <a:spcBef>
                <a:spcPts val="341"/>
              </a:spcBef>
              <a:spcAft>
                <a:spcPts val="0"/>
              </a:spcAft>
              <a:buClr>
                <a:schemeClr val="dk1"/>
              </a:buClr>
              <a:buSzPts val="1707"/>
              <a:buFont typeface="Arial"/>
              <a:buChar char="»"/>
              <a:defRPr b="0" i="0" sz="1707" u="none" cap="none" strike="noStrike">
                <a:solidFill>
                  <a:schemeClr val="dk1"/>
                </a:solidFill>
                <a:latin typeface="Arial"/>
                <a:ea typeface="Arial"/>
                <a:cs typeface="Arial"/>
                <a:sym typeface="Arial"/>
              </a:defRPr>
            </a:lvl7pPr>
            <a:lvl8pPr indent="-336994" lvl="7" marL="3657600" marR="0" rtl="0" algn="l">
              <a:spcBef>
                <a:spcPts val="341"/>
              </a:spcBef>
              <a:spcAft>
                <a:spcPts val="0"/>
              </a:spcAft>
              <a:buClr>
                <a:schemeClr val="dk1"/>
              </a:buClr>
              <a:buSzPts val="1707"/>
              <a:buFont typeface="Arial"/>
              <a:buChar char="»"/>
              <a:defRPr b="0" i="0" sz="1707" u="none" cap="none" strike="noStrike">
                <a:solidFill>
                  <a:schemeClr val="dk1"/>
                </a:solidFill>
                <a:latin typeface="Arial"/>
                <a:ea typeface="Arial"/>
                <a:cs typeface="Arial"/>
                <a:sym typeface="Arial"/>
              </a:defRPr>
            </a:lvl8pPr>
            <a:lvl9pPr indent="-336994" lvl="8" marL="4114800" marR="0" rtl="0" algn="l">
              <a:spcBef>
                <a:spcPts val="341"/>
              </a:spcBef>
              <a:spcAft>
                <a:spcPts val="0"/>
              </a:spcAft>
              <a:buClr>
                <a:schemeClr val="dk1"/>
              </a:buClr>
              <a:buSzPts val="1707"/>
              <a:buFont typeface="Arial"/>
              <a:buChar char="»"/>
              <a:defRPr b="0" i="0" sz="1707" u="none" cap="none" strike="noStrike">
                <a:solidFill>
                  <a:schemeClr val="dk1"/>
                </a:solidFill>
                <a:latin typeface="Arial"/>
                <a:ea typeface="Arial"/>
                <a:cs typeface="Arial"/>
                <a:sym typeface="Arial"/>
              </a:defRPr>
            </a:lvl9pPr>
          </a:lstStyle>
          <a:p/>
        </p:txBody>
      </p:sp>
      <p:sp>
        <p:nvSpPr>
          <p:cNvPr id="16" name="Google Shape;16;p2"/>
          <p:cNvSpPr/>
          <p:nvPr/>
        </p:nvSpPr>
        <p:spPr>
          <a:xfrm>
            <a:off x="0" y="0"/>
            <a:ext cx="43891200" cy="32918400"/>
          </a:xfrm>
          <a:prstGeom prst="rect">
            <a:avLst/>
          </a:prstGeom>
          <a:noFill/>
          <a:ln cap="flat" cmpd="sng" w="9525">
            <a:solidFill>
              <a:schemeClr val="dk2"/>
            </a:solidFill>
            <a:prstDash val="solid"/>
            <a:miter lim="800000"/>
            <a:headEnd len="sm" w="sm" type="none"/>
            <a:tailEnd len="sm" w="sm" type="none"/>
          </a:ln>
        </p:spPr>
        <p:txBody>
          <a:bodyPr anchorCtr="0" anchor="ctr" bIns="40625" lIns="81275" spcFirstLastPara="1" rIns="81275" wrap="square" tIns="40625">
            <a:noAutofit/>
          </a:bodyPr>
          <a:lstStyle/>
          <a:p>
            <a:pPr indent="0" lvl="0" marL="0" marR="0" rtl="0" algn="l">
              <a:spcBef>
                <a:spcPts val="0"/>
              </a:spcBef>
              <a:spcAft>
                <a:spcPts val="0"/>
              </a:spcAft>
              <a:buNone/>
            </a:pPr>
            <a:r>
              <a:t/>
            </a:r>
            <a:endParaRPr b="0" i="0" sz="2195" u="none" cap="none" strike="noStrike">
              <a:solidFill>
                <a:schemeClr val="dk1"/>
              </a:solidFill>
              <a:latin typeface="Arial Narrow"/>
              <a:ea typeface="Arial Narrow"/>
              <a:cs typeface="Arial Narrow"/>
              <a:sym typeface="Arial Narrow"/>
            </a:endParaRPr>
          </a:p>
        </p:txBody>
      </p:sp>
      <p:sp>
        <p:nvSpPr>
          <p:cNvPr id="17" name="Google Shape;17;p2"/>
          <p:cNvSpPr/>
          <p:nvPr/>
        </p:nvSpPr>
        <p:spPr>
          <a:xfrm>
            <a:off x="11490960" y="5638800"/>
            <a:ext cx="20756880" cy="26563320"/>
          </a:xfrm>
          <a:prstGeom prst="rect">
            <a:avLst/>
          </a:prstGeom>
          <a:solidFill>
            <a:srgbClr val="FFFFFF"/>
          </a:solidFill>
          <a:ln cap="flat" cmpd="sng" w="9525">
            <a:solidFill>
              <a:schemeClr val="dk1"/>
            </a:solidFill>
            <a:prstDash val="solid"/>
            <a:miter lim="800000"/>
            <a:headEnd len="sm" w="sm" type="none"/>
            <a:tailEnd len="sm" w="sm" type="none"/>
          </a:ln>
        </p:spPr>
        <p:txBody>
          <a:bodyPr anchorCtr="0" anchor="ctr" bIns="40625" lIns="81275" spcFirstLastPara="1" rIns="81275" wrap="square" tIns="40625">
            <a:noAutofit/>
          </a:bodyPr>
          <a:lstStyle/>
          <a:p>
            <a:pPr indent="0" lvl="0" marL="0" marR="0" rtl="0" algn="l">
              <a:spcBef>
                <a:spcPts val="0"/>
              </a:spcBef>
              <a:spcAft>
                <a:spcPts val="0"/>
              </a:spcAft>
              <a:buNone/>
            </a:pPr>
            <a:r>
              <a:t/>
            </a:r>
            <a:endParaRPr b="0" i="0" sz="2195" u="none" cap="none" strike="noStrike">
              <a:solidFill>
                <a:schemeClr val="dk1"/>
              </a:solidFill>
              <a:latin typeface="Arial Narrow"/>
              <a:ea typeface="Arial Narrow"/>
              <a:cs typeface="Arial Narrow"/>
              <a:sym typeface="Arial Narrow"/>
            </a:endParaRPr>
          </a:p>
        </p:txBody>
      </p:sp>
      <p:sp>
        <p:nvSpPr>
          <p:cNvPr id="18" name="Google Shape;18;p2"/>
          <p:cNvSpPr/>
          <p:nvPr/>
        </p:nvSpPr>
        <p:spPr>
          <a:xfrm>
            <a:off x="33078420" y="5638800"/>
            <a:ext cx="9982200" cy="26563320"/>
          </a:xfrm>
          <a:prstGeom prst="rect">
            <a:avLst/>
          </a:prstGeom>
          <a:solidFill>
            <a:srgbClr val="FFFFFF"/>
          </a:solidFill>
          <a:ln cap="flat" cmpd="sng" w="9525">
            <a:solidFill>
              <a:schemeClr val="dk1"/>
            </a:solidFill>
            <a:prstDash val="solid"/>
            <a:miter lim="800000"/>
            <a:headEnd len="sm" w="sm" type="none"/>
            <a:tailEnd len="sm" w="sm" type="none"/>
          </a:ln>
        </p:spPr>
        <p:txBody>
          <a:bodyPr anchorCtr="0" anchor="ctr" bIns="40625" lIns="81275" spcFirstLastPara="1" rIns="81275" wrap="square" tIns="40625">
            <a:noAutofit/>
          </a:bodyPr>
          <a:lstStyle/>
          <a:p>
            <a:pPr indent="0" lvl="0" marL="0" marR="0" rtl="0" algn="l">
              <a:spcBef>
                <a:spcPts val="0"/>
              </a:spcBef>
              <a:spcAft>
                <a:spcPts val="0"/>
              </a:spcAft>
              <a:buNone/>
            </a:pPr>
            <a:r>
              <a:t/>
            </a:r>
            <a:endParaRPr b="0" i="0" sz="2195" u="none" cap="none" strike="noStrike">
              <a:solidFill>
                <a:schemeClr val="dk1"/>
              </a:solidFill>
              <a:latin typeface="Arial Narrow"/>
              <a:ea typeface="Arial Narrow"/>
              <a:cs typeface="Arial Narrow"/>
              <a:sym typeface="Arial Narrow"/>
            </a:endParaRPr>
          </a:p>
        </p:txBody>
      </p:sp>
      <p:sp>
        <p:nvSpPr>
          <p:cNvPr id="19" name="Google Shape;19;p2"/>
          <p:cNvSpPr/>
          <p:nvPr/>
        </p:nvSpPr>
        <p:spPr>
          <a:xfrm>
            <a:off x="579664" y="32395886"/>
            <a:ext cx="1773691" cy="365352"/>
          </a:xfrm>
          <a:prstGeom prst="rect">
            <a:avLst/>
          </a:prstGeom>
          <a:solidFill>
            <a:schemeClr val="lt1"/>
          </a:solidFill>
          <a:ln>
            <a:noFill/>
          </a:ln>
        </p:spPr>
        <p:txBody>
          <a:bodyPr anchorCtr="0" anchor="t" bIns="457200" lIns="457200" spcFirstLastPara="1" rIns="457200" wrap="square" tIns="457200">
            <a:spAutoFit/>
          </a:bodyPr>
          <a:lstStyle/>
          <a:p>
            <a:pPr indent="0" lvl="0" marL="0" marR="0" rtl="0" algn="l">
              <a:lnSpc>
                <a:spcPct val="100000"/>
              </a:lnSpc>
              <a:spcBef>
                <a:spcPts val="0"/>
              </a:spcBef>
              <a:spcAft>
                <a:spcPts val="0"/>
              </a:spcAft>
              <a:buClr>
                <a:schemeClr val="dk1"/>
              </a:buClr>
              <a:buSzPts val="2900"/>
              <a:buFont typeface="Arial Narrow"/>
              <a:buNone/>
            </a:pPr>
            <a:r>
              <a:t/>
            </a:r>
            <a:endParaRPr b="0" i="0" sz="2900" u="none" cap="none" strike="noStrike">
              <a:solidFill>
                <a:schemeClr val="dk1"/>
              </a:solidFill>
              <a:latin typeface="Arial Narrow"/>
              <a:ea typeface="Arial Narrow"/>
              <a:cs typeface="Arial Narrow"/>
              <a:sym typeface="Arial Narrow"/>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6" name="Shape 56"/>
        <p:cNvGrpSpPr/>
        <p:nvPr/>
      </p:nvGrpSpPr>
      <p:grpSpPr>
        <a:xfrm>
          <a:off x="0" y="0"/>
          <a:ext cx="0" cy="0"/>
          <a:chOff x="0" y="0"/>
          <a:chExt cx="0" cy="0"/>
        </a:xfrm>
      </p:grpSpPr>
      <p:sp>
        <p:nvSpPr>
          <p:cNvPr id="57" name="Google Shape;57;p14"/>
          <p:cNvSpPr/>
          <p:nvPr/>
        </p:nvSpPr>
        <p:spPr>
          <a:xfrm>
            <a:off x="0" y="0"/>
            <a:ext cx="43891200" cy="48006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0625" lIns="81275" spcFirstLastPara="1" rIns="81275" wrap="square" tIns="40625">
            <a:noAutofit/>
          </a:bodyPr>
          <a:lstStyle/>
          <a:p>
            <a:pPr indent="0" lvl="0" marL="0" marR="0" rtl="0" algn="l">
              <a:spcBef>
                <a:spcPts val="0"/>
              </a:spcBef>
              <a:spcAft>
                <a:spcPts val="0"/>
              </a:spcAft>
              <a:buNone/>
            </a:pPr>
            <a:r>
              <a:t/>
            </a:r>
            <a:endParaRPr b="0" i="0" sz="2195" u="none" cap="none" strike="noStrike">
              <a:solidFill>
                <a:schemeClr val="dk1"/>
              </a:solidFill>
              <a:latin typeface="Arial Narrow"/>
              <a:ea typeface="Arial Narrow"/>
              <a:cs typeface="Arial Narrow"/>
              <a:sym typeface="Arial Narrow"/>
            </a:endParaRPr>
          </a:p>
        </p:txBody>
      </p:sp>
      <p:sp>
        <p:nvSpPr>
          <p:cNvPr id="58" name="Google Shape;58;p14"/>
          <p:cNvSpPr/>
          <p:nvPr/>
        </p:nvSpPr>
        <p:spPr>
          <a:xfrm>
            <a:off x="693421" y="5638800"/>
            <a:ext cx="9974580" cy="2656332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0625" lIns="81275" spcFirstLastPara="1" rIns="81275" wrap="square" tIns="40625">
            <a:noAutofit/>
          </a:bodyPr>
          <a:lstStyle/>
          <a:p>
            <a:pPr indent="0" lvl="0" marL="0" marR="0" rtl="0" algn="l">
              <a:spcBef>
                <a:spcPts val="0"/>
              </a:spcBef>
              <a:spcAft>
                <a:spcPts val="0"/>
              </a:spcAft>
              <a:buNone/>
            </a:pPr>
            <a:r>
              <a:t/>
            </a:r>
            <a:endParaRPr b="0" i="0" sz="2195" u="none" cap="none" strike="noStrike">
              <a:solidFill>
                <a:schemeClr val="dk1"/>
              </a:solidFill>
              <a:latin typeface="Arial Narrow"/>
              <a:ea typeface="Arial Narrow"/>
              <a:cs typeface="Arial Narrow"/>
              <a:sym typeface="Arial Narrow"/>
            </a:endParaRPr>
          </a:p>
        </p:txBody>
      </p:sp>
      <p:sp>
        <p:nvSpPr>
          <p:cNvPr id="59" name="Google Shape;59;p14"/>
          <p:cNvSpPr/>
          <p:nvPr/>
        </p:nvSpPr>
        <p:spPr>
          <a:xfrm>
            <a:off x="0" y="4800600"/>
            <a:ext cx="43891200" cy="129540"/>
          </a:xfrm>
          <a:prstGeom prst="rect">
            <a:avLst/>
          </a:prstGeom>
          <a:solidFill>
            <a:srgbClr val="660000"/>
          </a:solidFill>
          <a:ln>
            <a:noFill/>
          </a:ln>
        </p:spPr>
        <p:txBody>
          <a:bodyPr anchorCtr="0" anchor="ctr" bIns="40625" lIns="81275" spcFirstLastPara="1" rIns="81275" wrap="square" tIns="40625">
            <a:noAutofit/>
          </a:bodyPr>
          <a:lstStyle/>
          <a:p>
            <a:pPr indent="0" lvl="0" marL="0" marR="0" rtl="0" algn="l">
              <a:spcBef>
                <a:spcPts val="0"/>
              </a:spcBef>
              <a:spcAft>
                <a:spcPts val="0"/>
              </a:spcAft>
              <a:buNone/>
            </a:pPr>
            <a:r>
              <a:t/>
            </a:r>
            <a:endParaRPr b="0" i="0" sz="2195" u="none" cap="none" strike="noStrike">
              <a:solidFill>
                <a:schemeClr val="dk1"/>
              </a:solidFill>
              <a:latin typeface="Arial Narrow"/>
              <a:ea typeface="Arial Narrow"/>
              <a:cs typeface="Arial Narrow"/>
              <a:sym typeface="Arial Narrow"/>
            </a:endParaRPr>
          </a:p>
        </p:txBody>
      </p:sp>
      <p:sp>
        <p:nvSpPr>
          <p:cNvPr id="60" name="Google Shape;60;p14"/>
          <p:cNvSpPr txBox="1"/>
          <p:nvPr/>
        </p:nvSpPr>
        <p:spPr>
          <a:xfrm>
            <a:off x="609600" y="32445961"/>
            <a:ext cx="2514600" cy="275603"/>
          </a:xfrm>
          <a:prstGeom prst="rect">
            <a:avLst/>
          </a:prstGeom>
          <a:noFill/>
          <a:ln>
            <a:noFill/>
          </a:ln>
        </p:spPr>
        <p:txBody>
          <a:bodyPr anchorCtr="0" anchor="t" bIns="40550" lIns="81100" spcFirstLastPara="1" rIns="81100" wrap="square" tIns="40550">
            <a:spAutoFit/>
          </a:bodyPr>
          <a:lstStyle/>
          <a:p>
            <a:pPr indent="0" lvl="0" marL="0" marR="0" rtl="0" algn="l">
              <a:lnSpc>
                <a:spcPct val="65000"/>
              </a:lnSpc>
              <a:spcBef>
                <a:spcPts val="0"/>
              </a:spcBef>
              <a:spcAft>
                <a:spcPts val="0"/>
              </a:spcAft>
              <a:buNone/>
            </a:pPr>
            <a:r>
              <a:rPr b="1" i="0" lang="en-US" sz="427" u="none" cap="none" strike="noStrike">
                <a:solidFill>
                  <a:schemeClr val="lt2"/>
                </a:solidFill>
                <a:latin typeface="Arial"/>
                <a:ea typeface="Arial"/>
                <a:cs typeface="Arial"/>
                <a:sym typeface="Arial"/>
              </a:rPr>
              <a:t>POSTER TEMPLATE BY:</a:t>
            </a:r>
            <a:endParaRPr/>
          </a:p>
          <a:p>
            <a:pPr indent="0" lvl="0" marL="0" marR="0" rtl="0" algn="l">
              <a:lnSpc>
                <a:spcPct val="65000"/>
              </a:lnSpc>
              <a:spcBef>
                <a:spcPts val="427"/>
              </a:spcBef>
              <a:spcAft>
                <a:spcPts val="0"/>
              </a:spcAft>
              <a:buNone/>
            </a:pPr>
            <a:r>
              <a:rPr b="1" i="0" lang="en-US" sz="853" u="none" cap="none" strike="noStrike">
                <a:solidFill>
                  <a:schemeClr val="lt2"/>
                </a:solidFill>
                <a:latin typeface="Arial"/>
                <a:ea typeface="Arial"/>
                <a:cs typeface="Arial"/>
                <a:sym typeface="Arial"/>
              </a:rPr>
              <a:t>www.PosterPresentations.com</a:t>
            </a:r>
            <a:endParaRPr/>
          </a:p>
        </p:txBody>
      </p:sp>
      <p:sp>
        <p:nvSpPr>
          <p:cNvPr id="61" name="Google Shape;61;p14"/>
          <p:cNvSpPr txBox="1"/>
          <p:nvPr>
            <p:ph type="title"/>
          </p:nvPr>
        </p:nvSpPr>
        <p:spPr>
          <a:xfrm>
            <a:off x="960120" y="1272540"/>
            <a:ext cx="41925240" cy="2202180"/>
          </a:xfrm>
          <a:prstGeom prst="rect">
            <a:avLst/>
          </a:prstGeom>
          <a:noFill/>
          <a:ln>
            <a:noFill/>
          </a:ln>
        </p:spPr>
        <p:txBody>
          <a:bodyPr anchorCtr="0" anchor="ctr" bIns="38000" lIns="76050" spcFirstLastPara="1" rIns="76050" wrap="square" tIns="38000">
            <a:noAutofit/>
          </a:bodyPr>
          <a:lstStyle>
            <a:lvl1pPr lvl="0" marR="0" rtl="0" algn="ctr">
              <a:spcBef>
                <a:spcPts val="0"/>
              </a:spcBef>
              <a:spcAft>
                <a:spcPts val="0"/>
              </a:spcAft>
              <a:buSzPts val="1400"/>
              <a:buNone/>
              <a:defRPr b="0" i="0" sz="7680" u="none" cap="none" strike="noStrike">
                <a:solidFill>
                  <a:schemeClr val="dk2"/>
                </a:solidFill>
                <a:latin typeface="Arial Black"/>
                <a:ea typeface="Arial Black"/>
                <a:cs typeface="Arial Black"/>
                <a:sym typeface="Arial Black"/>
              </a:defRPr>
            </a:lvl1pPr>
            <a:lvl2pPr lvl="1" marR="0" rtl="0" algn="ctr">
              <a:spcBef>
                <a:spcPts val="0"/>
              </a:spcBef>
              <a:spcAft>
                <a:spcPts val="0"/>
              </a:spcAft>
              <a:buSzPts val="1400"/>
              <a:buNone/>
              <a:defRPr b="0" i="0" sz="7680" u="none" cap="none" strike="noStrike">
                <a:solidFill>
                  <a:schemeClr val="dk2"/>
                </a:solidFill>
                <a:latin typeface="Arial Black"/>
                <a:ea typeface="Arial Black"/>
                <a:cs typeface="Arial Black"/>
                <a:sym typeface="Arial Black"/>
              </a:defRPr>
            </a:lvl2pPr>
            <a:lvl3pPr lvl="2" marR="0" rtl="0" algn="ctr">
              <a:spcBef>
                <a:spcPts val="0"/>
              </a:spcBef>
              <a:spcAft>
                <a:spcPts val="0"/>
              </a:spcAft>
              <a:buSzPts val="1400"/>
              <a:buNone/>
              <a:defRPr b="0" i="0" sz="7680" u="none" cap="none" strike="noStrike">
                <a:solidFill>
                  <a:schemeClr val="dk2"/>
                </a:solidFill>
                <a:latin typeface="Arial Black"/>
                <a:ea typeface="Arial Black"/>
                <a:cs typeface="Arial Black"/>
                <a:sym typeface="Arial Black"/>
              </a:defRPr>
            </a:lvl3pPr>
            <a:lvl4pPr lvl="3" marR="0" rtl="0" algn="ctr">
              <a:spcBef>
                <a:spcPts val="0"/>
              </a:spcBef>
              <a:spcAft>
                <a:spcPts val="0"/>
              </a:spcAft>
              <a:buSzPts val="1400"/>
              <a:buNone/>
              <a:defRPr b="0" i="0" sz="7680" u="none" cap="none" strike="noStrike">
                <a:solidFill>
                  <a:schemeClr val="dk2"/>
                </a:solidFill>
                <a:latin typeface="Arial Black"/>
                <a:ea typeface="Arial Black"/>
                <a:cs typeface="Arial Black"/>
                <a:sym typeface="Arial Black"/>
              </a:defRPr>
            </a:lvl4pPr>
            <a:lvl5pPr lvl="4" marR="0" rtl="0" algn="ctr">
              <a:spcBef>
                <a:spcPts val="0"/>
              </a:spcBef>
              <a:spcAft>
                <a:spcPts val="0"/>
              </a:spcAft>
              <a:buSzPts val="1400"/>
              <a:buNone/>
              <a:defRPr b="0" i="0" sz="7680" u="none" cap="none" strike="noStrike">
                <a:solidFill>
                  <a:schemeClr val="dk2"/>
                </a:solidFill>
                <a:latin typeface="Arial Black"/>
                <a:ea typeface="Arial Black"/>
                <a:cs typeface="Arial Black"/>
                <a:sym typeface="Arial Black"/>
              </a:defRPr>
            </a:lvl5pPr>
            <a:lvl6pPr lvl="5" marR="0" rtl="0" algn="ctr">
              <a:spcBef>
                <a:spcPts val="0"/>
              </a:spcBef>
              <a:spcAft>
                <a:spcPts val="0"/>
              </a:spcAft>
              <a:buSzPts val="1400"/>
              <a:buNone/>
              <a:defRPr b="0" i="0" sz="7680" u="none" cap="none" strike="noStrike">
                <a:solidFill>
                  <a:schemeClr val="dk2"/>
                </a:solidFill>
                <a:latin typeface="Arial Black"/>
                <a:ea typeface="Arial Black"/>
                <a:cs typeface="Arial Black"/>
                <a:sym typeface="Arial Black"/>
              </a:defRPr>
            </a:lvl6pPr>
            <a:lvl7pPr lvl="6" marR="0" rtl="0" algn="ctr">
              <a:spcBef>
                <a:spcPts val="0"/>
              </a:spcBef>
              <a:spcAft>
                <a:spcPts val="0"/>
              </a:spcAft>
              <a:buSzPts val="1400"/>
              <a:buNone/>
              <a:defRPr b="0" i="0" sz="7680" u="none" cap="none" strike="noStrike">
                <a:solidFill>
                  <a:schemeClr val="dk2"/>
                </a:solidFill>
                <a:latin typeface="Arial Black"/>
                <a:ea typeface="Arial Black"/>
                <a:cs typeface="Arial Black"/>
                <a:sym typeface="Arial Black"/>
              </a:defRPr>
            </a:lvl7pPr>
            <a:lvl8pPr lvl="7" marR="0" rtl="0" algn="ctr">
              <a:spcBef>
                <a:spcPts val="0"/>
              </a:spcBef>
              <a:spcAft>
                <a:spcPts val="0"/>
              </a:spcAft>
              <a:buSzPts val="1400"/>
              <a:buNone/>
              <a:defRPr b="0" i="0" sz="7680" u="none" cap="none" strike="noStrike">
                <a:solidFill>
                  <a:schemeClr val="dk2"/>
                </a:solidFill>
                <a:latin typeface="Arial Black"/>
                <a:ea typeface="Arial Black"/>
                <a:cs typeface="Arial Black"/>
                <a:sym typeface="Arial Black"/>
              </a:defRPr>
            </a:lvl8pPr>
            <a:lvl9pPr lvl="8" marR="0" rtl="0" algn="ctr">
              <a:spcBef>
                <a:spcPts val="0"/>
              </a:spcBef>
              <a:spcAft>
                <a:spcPts val="0"/>
              </a:spcAft>
              <a:buSzPts val="1400"/>
              <a:buNone/>
              <a:defRPr b="0" i="0" sz="7680" u="none" cap="none" strike="noStrike">
                <a:solidFill>
                  <a:schemeClr val="dk2"/>
                </a:solidFill>
                <a:latin typeface="Arial Black"/>
                <a:ea typeface="Arial Black"/>
                <a:cs typeface="Arial Black"/>
                <a:sym typeface="Arial Black"/>
              </a:defRPr>
            </a:lvl9pPr>
          </a:lstStyle>
          <a:p/>
        </p:txBody>
      </p:sp>
      <p:sp>
        <p:nvSpPr>
          <p:cNvPr id="62" name="Google Shape;62;p14"/>
          <p:cNvSpPr txBox="1"/>
          <p:nvPr>
            <p:ph idx="1" type="body"/>
          </p:nvPr>
        </p:nvSpPr>
        <p:spPr>
          <a:xfrm>
            <a:off x="693421" y="5638800"/>
            <a:ext cx="9974580" cy="26563320"/>
          </a:xfrm>
          <a:prstGeom prst="rect">
            <a:avLst/>
          </a:prstGeom>
          <a:noFill/>
          <a:ln>
            <a:noFill/>
          </a:ln>
        </p:spPr>
        <p:txBody>
          <a:bodyPr anchorCtr="0" anchor="t" bIns="380325" lIns="380325" spcFirstLastPara="1" rIns="380325" wrap="square" tIns="380325">
            <a:noAutofit/>
          </a:bodyPr>
          <a:lstStyle>
            <a:lvl1pPr indent="-391160" lvl="0" marL="457200" marR="0" rtl="0" algn="l">
              <a:spcBef>
                <a:spcPts val="512"/>
              </a:spcBef>
              <a:spcAft>
                <a:spcPts val="0"/>
              </a:spcAft>
              <a:buClr>
                <a:schemeClr val="dk1"/>
              </a:buClr>
              <a:buSzPts val="2560"/>
              <a:buFont typeface="Arial"/>
              <a:buChar char="•"/>
              <a:defRPr b="0" i="0" sz="2560" u="none" cap="none" strike="noStrike">
                <a:solidFill>
                  <a:schemeClr val="dk1"/>
                </a:solidFill>
                <a:latin typeface="Arial"/>
                <a:ea typeface="Arial"/>
                <a:cs typeface="Arial"/>
                <a:sym typeface="Arial"/>
              </a:defRPr>
            </a:lvl1pPr>
            <a:lvl2pPr indent="-391160" lvl="1" marL="914400" marR="0" rtl="0" algn="l">
              <a:spcBef>
                <a:spcPts val="512"/>
              </a:spcBef>
              <a:spcAft>
                <a:spcPts val="0"/>
              </a:spcAft>
              <a:buClr>
                <a:schemeClr val="dk1"/>
              </a:buClr>
              <a:buSzPts val="2560"/>
              <a:buFont typeface="Arial"/>
              <a:buChar char="–"/>
              <a:defRPr b="0" i="0" sz="2560" u="none" cap="none" strike="noStrike">
                <a:solidFill>
                  <a:schemeClr val="dk1"/>
                </a:solidFill>
                <a:latin typeface="Arial"/>
                <a:ea typeface="Arial"/>
                <a:cs typeface="Arial"/>
                <a:sym typeface="Arial"/>
              </a:defRPr>
            </a:lvl2pPr>
            <a:lvl3pPr indent="-364045" lvl="2" marL="1371600" marR="0" rtl="0" algn="l">
              <a:spcBef>
                <a:spcPts val="427"/>
              </a:spcBef>
              <a:spcAft>
                <a:spcPts val="0"/>
              </a:spcAft>
              <a:buClr>
                <a:schemeClr val="dk1"/>
              </a:buClr>
              <a:buSzPts val="2133"/>
              <a:buFont typeface="Arial"/>
              <a:buChar char="•"/>
              <a:defRPr b="0" i="0" sz="2133" u="none" cap="none" strike="noStrike">
                <a:solidFill>
                  <a:schemeClr val="dk1"/>
                </a:solidFill>
                <a:latin typeface="Arial"/>
                <a:ea typeface="Arial"/>
                <a:cs typeface="Arial"/>
                <a:sym typeface="Arial"/>
              </a:defRPr>
            </a:lvl3pPr>
            <a:lvl4pPr indent="-336994" lvl="3" marL="1828800" marR="0" rtl="0" algn="l">
              <a:spcBef>
                <a:spcPts val="341"/>
              </a:spcBef>
              <a:spcAft>
                <a:spcPts val="0"/>
              </a:spcAft>
              <a:buClr>
                <a:schemeClr val="dk1"/>
              </a:buClr>
              <a:buSzPts val="1707"/>
              <a:buFont typeface="Arial"/>
              <a:buChar char="–"/>
              <a:defRPr b="0" i="0" sz="1707" u="none" cap="none" strike="noStrike">
                <a:solidFill>
                  <a:schemeClr val="dk1"/>
                </a:solidFill>
                <a:latin typeface="Arial"/>
                <a:ea typeface="Arial"/>
                <a:cs typeface="Arial"/>
                <a:sym typeface="Arial"/>
              </a:defRPr>
            </a:lvl4pPr>
            <a:lvl5pPr indent="-336994" lvl="4" marL="2286000" marR="0" rtl="0" algn="l">
              <a:spcBef>
                <a:spcPts val="341"/>
              </a:spcBef>
              <a:spcAft>
                <a:spcPts val="0"/>
              </a:spcAft>
              <a:buClr>
                <a:schemeClr val="dk1"/>
              </a:buClr>
              <a:buSzPts val="1707"/>
              <a:buFont typeface="Arial"/>
              <a:buChar char="»"/>
              <a:defRPr b="0" i="0" sz="1707" u="none" cap="none" strike="noStrike">
                <a:solidFill>
                  <a:schemeClr val="dk1"/>
                </a:solidFill>
                <a:latin typeface="Arial"/>
                <a:ea typeface="Arial"/>
                <a:cs typeface="Arial"/>
                <a:sym typeface="Arial"/>
              </a:defRPr>
            </a:lvl5pPr>
            <a:lvl6pPr indent="-336994" lvl="5" marL="2743200" marR="0" rtl="0" algn="l">
              <a:spcBef>
                <a:spcPts val="341"/>
              </a:spcBef>
              <a:spcAft>
                <a:spcPts val="0"/>
              </a:spcAft>
              <a:buClr>
                <a:schemeClr val="dk1"/>
              </a:buClr>
              <a:buSzPts val="1707"/>
              <a:buFont typeface="Arial"/>
              <a:buChar char="»"/>
              <a:defRPr b="0" i="0" sz="1707" u="none" cap="none" strike="noStrike">
                <a:solidFill>
                  <a:schemeClr val="dk1"/>
                </a:solidFill>
                <a:latin typeface="Arial"/>
                <a:ea typeface="Arial"/>
                <a:cs typeface="Arial"/>
                <a:sym typeface="Arial"/>
              </a:defRPr>
            </a:lvl6pPr>
            <a:lvl7pPr indent="-336994" lvl="6" marL="3200400" marR="0" rtl="0" algn="l">
              <a:spcBef>
                <a:spcPts val="341"/>
              </a:spcBef>
              <a:spcAft>
                <a:spcPts val="0"/>
              </a:spcAft>
              <a:buClr>
                <a:schemeClr val="dk1"/>
              </a:buClr>
              <a:buSzPts val="1707"/>
              <a:buFont typeface="Arial"/>
              <a:buChar char="»"/>
              <a:defRPr b="0" i="0" sz="1707" u="none" cap="none" strike="noStrike">
                <a:solidFill>
                  <a:schemeClr val="dk1"/>
                </a:solidFill>
                <a:latin typeface="Arial"/>
                <a:ea typeface="Arial"/>
                <a:cs typeface="Arial"/>
                <a:sym typeface="Arial"/>
              </a:defRPr>
            </a:lvl7pPr>
            <a:lvl8pPr indent="-336994" lvl="7" marL="3657600" marR="0" rtl="0" algn="l">
              <a:spcBef>
                <a:spcPts val="341"/>
              </a:spcBef>
              <a:spcAft>
                <a:spcPts val="0"/>
              </a:spcAft>
              <a:buClr>
                <a:schemeClr val="dk1"/>
              </a:buClr>
              <a:buSzPts val="1707"/>
              <a:buFont typeface="Arial"/>
              <a:buChar char="»"/>
              <a:defRPr b="0" i="0" sz="1707" u="none" cap="none" strike="noStrike">
                <a:solidFill>
                  <a:schemeClr val="dk1"/>
                </a:solidFill>
                <a:latin typeface="Arial"/>
                <a:ea typeface="Arial"/>
                <a:cs typeface="Arial"/>
                <a:sym typeface="Arial"/>
              </a:defRPr>
            </a:lvl8pPr>
            <a:lvl9pPr indent="-336994" lvl="8" marL="4114800" marR="0" rtl="0" algn="l">
              <a:spcBef>
                <a:spcPts val="341"/>
              </a:spcBef>
              <a:spcAft>
                <a:spcPts val="0"/>
              </a:spcAft>
              <a:buClr>
                <a:schemeClr val="dk1"/>
              </a:buClr>
              <a:buSzPts val="1707"/>
              <a:buFont typeface="Arial"/>
              <a:buChar char="»"/>
              <a:defRPr b="0" i="0" sz="1707" u="none" cap="none" strike="noStrike">
                <a:solidFill>
                  <a:schemeClr val="dk1"/>
                </a:solidFill>
                <a:latin typeface="Arial"/>
                <a:ea typeface="Arial"/>
                <a:cs typeface="Arial"/>
                <a:sym typeface="Arial"/>
              </a:defRPr>
            </a:lvl9pPr>
          </a:lstStyle>
          <a:p/>
        </p:txBody>
      </p:sp>
      <p:sp>
        <p:nvSpPr>
          <p:cNvPr id="63" name="Google Shape;63;p14"/>
          <p:cNvSpPr/>
          <p:nvPr/>
        </p:nvSpPr>
        <p:spPr>
          <a:xfrm>
            <a:off x="0" y="0"/>
            <a:ext cx="43891200" cy="32918400"/>
          </a:xfrm>
          <a:prstGeom prst="rect">
            <a:avLst/>
          </a:prstGeom>
          <a:noFill/>
          <a:ln cap="flat" cmpd="sng" w="9525">
            <a:solidFill>
              <a:schemeClr val="dk2"/>
            </a:solidFill>
            <a:prstDash val="solid"/>
            <a:miter lim="800000"/>
            <a:headEnd len="sm" w="sm" type="none"/>
            <a:tailEnd len="sm" w="sm" type="none"/>
          </a:ln>
        </p:spPr>
        <p:txBody>
          <a:bodyPr anchorCtr="0" anchor="ctr" bIns="40625" lIns="81275" spcFirstLastPara="1" rIns="81275" wrap="square" tIns="40625">
            <a:noAutofit/>
          </a:bodyPr>
          <a:lstStyle/>
          <a:p>
            <a:pPr indent="0" lvl="0" marL="0" marR="0" rtl="0" algn="l">
              <a:spcBef>
                <a:spcPts val="0"/>
              </a:spcBef>
              <a:spcAft>
                <a:spcPts val="0"/>
              </a:spcAft>
              <a:buNone/>
            </a:pPr>
            <a:r>
              <a:t/>
            </a:r>
            <a:endParaRPr b="0" i="0" sz="2195" u="none" cap="none" strike="noStrike">
              <a:solidFill>
                <a:schemeClr val="dk1"/>
              </a:solidFill>
              <a:latin typeface="Arial Narrow"/>
              <a:ea typeface="Arial Narrow"/>
              <a:cs typeface="Arial Narrow"/>
              <a:sym typeface="Arial Narrow"/>
            </a:endParaRPr>
          </a:p>
        </p:txBody>
      </p:sp>
      <p:sp>
        <p:nvSpPr>
          <p:cNvPr id="64" name="Google Shape;64;p14"/>
          <p:cNvSpPr/>
          <p:nvPr/>
        </p:nvSpPr>
        <p:spPr>
          <a:xfrm>
            <a:off x="11490961" y="5638800"/>
            <a:ext cx="20764500" cy="2656332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0625" lIns="81275" spcFirstLastPara="1" rIns="81275" wrap="square" tIns="40625">
            <a:noAutofit/>
          </a:bodyPr>
          <a:lstStyle/>
          <a:p>
            <a:pPr indent="0" lvl="0" marL="0" marR="0" rtl="0" algn="l">
              <a:spcBef>
                <a:spcPts val="0"/>
              </a:spcBef>
              <a:spcAft>
                <a:spcPts val="0"/>
              </a:spcAft>
              <a:buNone/>
            </a:pPr>
            <a:r>
              <a:t/>
            </a:r>
            <a:endParaRPr b="0" i="0" sz="2195" u="none" cap="none" strike="noStrike">
              <a:solidFill>
                <a:schemeClr val="dk1"/>
              </a:solidFill>
              <a:latin typeface="Arial Narrow"/>
              <a:ea typeface="Arial Narrow"/>
              <a:cs typeface="Arial Narrow"/>
              <a:sym typeface="Arial Narrow"/>
            </a:endParaRPr>
          </a:p>
        </p:txBody>
      </p:sp>
      <p:sp>
        <p:nvSpPr>
          <p:cNvPr id="65" name="Google Shape;65;p14"/>
          <p:cNvSpPr/>
          <p:nvPr/>
        </p:nvSpPr>
        <p:spPr>
          <a:xfrm>
            <a:off x="33078420" y="5638800"/>
            <a:ext cx="9982200" cy="2656332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0625" lIns="81275" spcFirstLastPara="1" rIns="81275" wrap="square" tIns="40625">
            <a:noAutofit/>
          </a:bodyPr>
          <a:lstStyle/>
          <a:p>
            <a:pPr indent="0" lvl="0" marL="0" marR="0" rtl="0" algn="l">
              <a:spcBef>
                <a:spcPts val="0"/>
              </a:spcBef>
              <a:spcAft>
                <a:spcPts val="0"/>
              </a:spcAft>
              <a:buNone/>
            </a:pPr>
            <a:r>
              <a:t/>
            </a:r>
            <a:endParaRPr b="0" i="0" sz="2195" u="none" cap="none" strike="noStrike">
              <a:solidFill>
                <a:schemeClr val="dk1"/>
              </a:solidFill>
              <a:latin typeface="Arial Narrow"/>
              <a:ea typeface="Arial Narrow"/>
              <a:cs typeface="Arial Narrow"/>
              <a:sym typeface="Arial Narrow"/>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2" name="Shape 102"/>
        <p:cNvGrpSpPr/>
        <p:nvPr/>
      </p:nvGrpSpPr>
      <p:grpSpPr>
        <a:xfrm>
          <a:off x="0" y="0"/>
          <a:ext cx="0" cy="0"/>
          <a:chOff x="0" y="0"/>
          <a:chExt cx="0" cy="0"/>
        </a:xfrm>
      </p:grpSpPr>
      <p:sp>
        <p:nvSpPr>
          <p:cNvPr id="103" name="Google Shape;103;p26"/>
          <p:cNvSpPr/>
          <p:nvPr/>
        </p:nvSpPr>
        <p:spPr>
          <a:xfrm>
            <a:off x="0" y="0"/>
            <a:ext cx="43891200" cy="48006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0625" lIns="81275" spcFirstLastPara="1" rIns="81275" wrap="square" tIns="40625">
            <a:noAutofit/>
          </a:bodyPr>
          <a:lstStyle/>
          <a:p>
            <a:pPr indent="0" lvl="0" marL="0" marR="0" rtl="0" algn="l">
              <a:spcBef>
                <a:spcPts val="0"/>
              </a:spcBef>
              <a:spcAft>
                <a:spcPts val="0"/>
              </a:spcAft>
              <a:buNone/>
            </a:pPr>
            <a:r>
              <a:t/>
            </a:r>
            <a:endParaRPr b="0" i="0" sz="2195" u="none" cap="none" strike="noStrike">
              <a:solidFill>
                <a:schemeClr val="dk1"/>
              </a:solidFill>
              <a:latin typeface="Arial Narrow"/>
              <a:ea typeface="Arial Narrow"/>
              <a:cs typeface="Arial Narrow"/>
              <a:sym typeface="Arial Narrow"/>
            </a:endParaRPr>
          </a:p>
        </p:txBody>
      </p:sp>
      <p:sp>
        <p:nvSpPr>
          <p:cNvPr id="104" name="Google Shape;104;p26"/>
          <p:cNvSpPr/>
          <p:nvPr/>
        </p:nvSpPr>
        <p:spPr>
          <a:xfrm>
            <a:off x="693420" y="5638800"/>
            <a:ext cx="42367200" cy="2656332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0625" lIns="81275" spcFirstLastPara="1" rIns="81275" wrap="square" tIns="40625">
            <a:noAutofit/>
          </a:bodyPr>
          <a:lstStyle/>
          <a:p>
            <a:pPr indent="0" lvl="0" marL="0" marR="0" rtl="0" algn="l">
              <a:spcBef>
                <a:spcPts val="0"/>
              </a:spcBef>
              <a:spcAft>
                <a:spcPts val="0"/>
              </a:spcAft>
              <a:buNone/>
            </a:pPr>
            <a:r>
              <a:t/>
            </a:r>
            <a:endParaRPr b="0" i="0" sz="2195" u="none" cap="none" strike="noStrike">
              <a:solidFill>
                <a:schemeClr val="dk1"/>
              </a:solidFill>
              <a:latin typeface="Arial Narrow"/>
              <a:ea typeface="Arial Narrow"/>
              <a:cs typeface="Arial Narrow"/>
              <a:sym typeface="Arial Narrow"/>
            </a:endParaRPr>
          </a:p>
        </p:txBody>
      </p:sp>
      <p:sp>
        <p:nvSpPr>
          <p:cNvPr id="105" name="Google Shape;105;p26"/>
          <p:cNvSpPr/>
          <p:nvPr/>
        </p:nvSpPr>
        <p:spPr>
          <a:xfrm>
            <a:off x="0" y="4800600"/>
            <a:ext cx="43891200" cy="129540"/>
          </a:xfrm>
          <a:prstGeom prst="rect">
            <a:avLst/>
          </a:prstGeom>
          <a:solidFill>
            <a:srgbClr val="660000"/>
          </a:solidFill>
          <a:ln>
            <a:noFill/>
          </a:ln>
        </p:spPr>
        <p:txBody>
          <a:bodyPr anchorCtr="0" anchor="ctr" bIns="40625" lIns="81275" spcFirstLastPara="1" rIns="81275" wrap="square" tIns="40625">
            <a:noAutofit/>
          </a:bodyPr>
          <a:lstStyle/>
          <a:p>
            <a:pPr indent="0" lvl="0" marL="0" marR="0" rtl="0" algn="l">
              <a:spcBef>
                <a:spcPts val="0"/>
              </a:spcBef>
              <a:spcAft>
                <a:spcPts val="0"/>
              </a:spcAft>
              <a:buNone/>
            </a:pPr>
            <a:r>
              <a:t/>
            </a:r>
            <a:endParaRPr b="0" i="0" sz="2195" u="none" cap="none" strike="noStrike">
              <a:solidFill>
                <a:schemeClr val="dk1"/>
              </a:solidFill>
              <a:latin typeface="Arial Narrow"/>
              <a:ea typeface="Arial Narrow"/>
              <a:cs typeface="Arial Narrow"/>
              <a:sym typeface="Arial Narrow"/>
            </a:endParaRPr>
          </a:p>
        </p:txBody>
      </p:sp>
      <p:sp>
        <p:nvSpPr>
          <p:cNvPr id="106" name="Google Shape;106;p26"/>
          <p:cNvSpPr txBox="1"/>
          <p:nvPr/>
        </p:nvSpPr>
        <p:spPr>
          <a:xfrm>
            <a:off x="609600" y="32445961"/>
            <a:ext cx="2514600" cy="275603"/>
          </a:xfrm>
          <a:prstGeom prst="rect">
            <a:avLst/>
          </a:prstGeom>
          <a:noFill/>
          <a:ln>
            <a:noFill/>
          </a:ln>
        </p:spPr>
        <p:txBody>
          <a:bodyPr anchorCtr="0" anchor="t" bIns="40550" lIns="81100" spcFirstLastPara="1" rIns="81100" wrap="square" tIns="40550">
            <a:spAutoFit/>
          </a:bodyPr>
          <a:lstStyle/>
          <a:p>
            <a:pPr indent="0" lvl="0" marL="0" marR="0" rtl="0" algn="l">
              <a:lnSpc>
                <a:spcPct val="65000"/>
              </a:lnSpc>
              <a:spcBef>
                <a:spcPts val="0"/>
              </a:spcBef>
              <a:spcAft>
                <a:spcPts val="0"/>
              </a:spcAft>
              <a:buNone/>
            </a:pPr>
            <a:r>
              <a:rPr b="1" i="0" lang="en-US" sz="427" u="none" cap="none" strike="noStrike">
                <a:solidFill>
                  <a:schemeClr val="lt2"/>
                </a:solidFill>
                <a:latin typeface="Arial"/>
                <a:ea typeface="Arial"/>
                <a:cs typeface="Arial"/>
                <a:sym typeface="Arial"/>
              </a:rPr>
              <a:t>POSTER TEMPLATE BY:</a:t>
            </a:r>
            <a:endParaRPr/>
          </a:p>
          <a:p>
            <a:pPr indent="0" lvl="0" marL="0" marR="0" rtl="0" algn="l">
              <a:lnSpc>
                <a:spcPct val="65000"/>
              </a:lnSpc>
              <a:spcBef>
                <a:spcPts val="427"/>
              </a:spcBef>
              <a:spcAft>
                <a:spcPts val="0"/>
              </a:spcAft>
              <a:buNone/>
            </a:pPr>
            <a:r>
              <a:rPr b="1" i="0" lang="en-US" sz="853" u="none" cap="none" strike="noStrike">
                <a:solidFill>
                  <a:schemeClr val="lt2"/>
                </a:solidFill>
                <a:latin typeface="Arial"/>
                <a:ea typeface="Arial"/>
                <a:cs typeface="Arial"/>
                <a:sym typeface="Arial"/>
              </a:rPr>
              <a:t>www.PosterPresentations.com</a:t>
            </a:r>
            <a:endParaRPr/>
          </a:p>
        </p:txBody>
      </p:sp>
      <p:sp>
        <p:nvSpPr>
          <p:cNvPr id="107" name="Google Shape;107;p26"/>
          <p:cNvSpPr txBox="1"/>
          <p:nvPr>
            <p:ph type="title"/>
          </p:nvPr>
        </p:nvSpPr>
        <p:spPr>
          <a:xfrm>
            <a:off x="960120" y="1272540"/>
            <a:ext cx="41925240" cy="2202180"/>
          </a:xfrm>
          <a:prstGeom prst="rect">
            <a:avLst/>
          </a:prstGeom>
          <a:noFill/>
          <a:ln>
            <a:noFill/>
          </a:ln>
        </p:spPr>
        <p:txBody>
          <a:bodyPr anchorCtr="0" anchor="ctr" bIns="38000" lIns="76050" spcFirstLastPara="1" rIns="76050" wrap="square" tIns="38000">
            <a:noAutofit/>
          </a:bodyPr>
          <a:lstStyle>
            <a:lvl1pPr lvl="0" marR="0" rtl="0" algn="ctr">
              <a:spcBef>
                <a:spcPts val="0"/>
              </a:spcBef>
              <a:spcAft>
                <a:spcPts val="0"/>
              </a:spcAft>
              <a:buSzPts val="1400"/>
              <a:buNone/>
              <a:defRPr b="0" i="0" sz="7680" u="none" cap="none" strike="noStrike">
                <a:solidFill>
                  <a:schemeClr val="dk2"/>
                </a:solidFill>
                <a:latin typeface="Arial Black"/>
                <a:ea typeface="Arial Black"/>
                <a:cs typeface="Arial Black"/>
                <a:sym typeface="Arial Black"/>
              </a:defRPr>
            </a:lvl1pPr>
            <a:lvl2pPr lvl="1" marR="0" rtl="0" algn="ctr">
              <a:spcBef>
                <a:spcPts val="0"/>
              </a:spcBef>
              <a:spcAft>
                <a:spcPts val="0"/>
              </a:spcAft>
              <a:buSzPts val="1400"/>
              <a:buNone/>
              <a:defRPr b="0" i="0" sz="7680" u="none" cap="none" strike="noStrike">
                <a:solidFill>
                  <a:schemeClr val="dk2"/>
                </a:solidFill>
                <a:latin typeface="Arial Black"/>
                <a:ea typeface="Arial Black"/>
                <a:cs typeface="Arial Black"/>
                <a:sym typeface="Arial Black"/>
              </a:defRPr>
            </a:lvl2pPr>
            <a:lvl3pPr lvl="2" marR="0" rtl="0" algn="ctr">
              <a:spcBef>
                <a:spcPts val="0"/>
              </a:spcBef>
              <a:spcAft>
                <a:spcPts val="0"/>
              </a:spcAft>
              <a:buSzPts val="1400"/>
              <a:buNone/>
              <a:defRPr b="0" i="0" sz="7680" u="none" cap="none" strike="noStrike">
                <a:solidFill>
                  <a:schemeClr val="dk2"/>
                </a:solidFill>
                <a:latin typeface="Arial Black"/>
                <a:ea typeface="Arial Black"/>
                <a:cs typeface="Arial Black"/>
                <a:sym typeface="Arial Black"/>
              </a:defRPr>
            </a:lvl3pPr>
            <a:lvl4pPr lvl="3" marR="0" rtl="0" algn="ctr">
              <a:spcBef>
                <a:spcPts val="0"/>
              </a:spcBef>
              <a:spcAft>
                <a:spcPts val="0"/>
              </a:spcAft>
              <a:buSzPts val="1400"/>
              <a:buNone/>
              <a:defRPr b="0" i="0" sz="7680" u="none" cap="none" strike="noStrike">
                <a:solidFill>
                  <a:schemeClr val="dk2"/>
                </a:solidFill>
                <a:latin typeface="Arial Black"/>
                <a:ea typeface="Arial Black"/>
                <a:cs typeface="Arial Black"/>
                <a:sym typeface="Arial Black"/>
              </a:defRPr>
            </a:lvl4pPr>
            <a:lvl5pPr lvl="4" marR="0" rtl="0" algn="ctr">
              <a:spcBef>
                <a:spcPts val="0"/>
              </a:spcBef>
              <a:spcAft>
                <a:spcPts val="0"/>
              </a:spcAft>
              <a:buSzPts val="1400"/>
              <a:buNone/>
              <a:defRPr b="0" i="0" sz="7680" u="none" cap="none" strike="noStrike">
                <a:solidFill>
                  <a:schemeClr val="dk2"/>
                </a:solidFill>
                <a:latin typeface="Arial Black"/>
                <a:ea typeface="Arial Black"/>
                <a:cs typeface="Arial Black"/>
                <a:sym typeface="Arial Black"/>
              </a:defRPr>
            </a:lvl5pPr>
            <a:lvl6pPr lvl="5" marR="0" rtl="0" algn="ctr">
              <a:spcBef>
                <a:spcPts val="0"/>
              </a:spcBef>
              <a:spcAft>
                <a:spcPts val="0"/>
              </a:spcAft>
              <a:buSzPts val="1400"/>
              <a:buNone/>
              <a:defRPr b="0" i="0" sz="7680" u="none" cap="none" strike="noStrike">
                <a:solidFill>
                  <a:schemeClr val="dk2"/>
                </a:solidFill>
                <a:latin typeface="Arial Black"/>
                <a:ea typeface="Arial Black"/>
                <a:cs typeface="Arial Black"/>
                <a:sym typeface="Arial Black"/>
              </a:defRPr>
            </a:lvl6pPr>
            <a:lvl7pPr lvl="6" marR="0" rtl="0" algn="ctr">
              <a:spcBef>
                <a:spcPts val="0"/>
              </a:spcBef>
              <a:spcAft>
                <a:spcPts val="0"/>
              </a:spcAft>
              <a:buSzPts val="1400"/>
              <a:buNone/>
              <a:defRPr b="0" i="0" sz="7680" u="none" cap="none" strike="noStrike">
                <a:solidFill>
                  <a:schemeClr val="dk2"/>
                </a:solidFill>
                <a:latin typeface="Arial Black"/>
                <a:ea typeface="Arial Black"/>
                <a:cs typeface="Arial Black"/>
                <a:sym typeface="Arial Black"/>
              </a:defRPr>
            </a:lvl7pPr>
            <a:lvl8pPr lvl="7" marR="0" rtl="0" algn="ctr">
              <a:spcBef>
                <a:spcPts val="0"/>
              </a:spcBef>
              <a:spcAft>
                <a:spcPts val="0"/>
              </a:spcAft>
              <a:buSzPts val="1400"/>
              <a:buNone/>
              <a:defRPr b="0" i="0" sz="7680" u="none" cap="none" strike="noStrike">
                <a:solidFill>
                  <a:schemeClr val="dk2"/>
                </a:solidFill>
                <a:latin typeface="Arial Black"/>
                <a:ea typeface="Arial Black"/>
                <a:cs typeface="Arial Black"/>
                <a:sym typeface="Arial Black"/>
              </a:defRPr>
            </a:lvl8pPr>
            <a:lvl9pPr lvl="8" marR="0" rtl="0" algn="ctr">
              <a:spcBef>
                <a:spcPts val="0"/>
              </a:spcBef>
              <a:spcAft>
                <a:spcPts val="0"/>
              </a:spcAft>
              <a:buSzPts val="1400"/>
              <a:buNone/>
              <a:defRPr b="0" i="0" sz="7680" u="none" cap="none" strike="noStrike">
                <a:solidFill>
                  <a:schemeClr val="dk2"/>
                </a:solidFill>
                <a:latin typeface="Arial Black"/>
                <a:ea typeface="Arial Black"/>
                <a:cs typeface="Arial Black"/>
                <a:sym typeface="Arial Black"/>
              </a:defRPr>
            </a:lvl9pPr>
          </a:lstStyle>
          <a:p/>
        </p:txBody>
      </p:sp>
      <p:sp>
        <p:nvSpPr>
          <p:cNvPr id="108" name="Google Shape;108;p26"/>
          <p:cNvSpPr txBox="1"/>
          <p:nvPr>
            <p:ph idx="1" type="body"/>
          </p:nvPr>
        </p:nvSpPr>
        <p:spPr>
          <a:xfrm>
            <a:off x="693421" y="5638800"/>
            <a:ext cx="42191940" cy="26563320"/>
          </a:xfrm>
          <a:prstGeom prst="rect">
            <a:avLst/>
          </a:prstGeom>
          <a:noFill/>
          <a:ln>
            <a:noFill/>
          </a:ln>
        </p:spPr>
        <p:txBody>
          <a:bodyPr anchorCtr="0" anchor="t" bIns="380325" lIns="380325" spcFirstLastPara="1" rIns="380325" wrap="square" tIns="380325">
            <a:noAutofit/>
          </a:bodyPr>
          <a:lstStyle>
            <a:lvl1pPr indent="-391160" lvl="0" marL="457200" marR="0" rtl="0" algn="l">
              <a:spcBef>
                <a:spcPts val="512"/>
              </a:spcBef>
              <a:spcAft>
                <a:spcPts val="0"/>
              </a:spcAft>
              <a:buClr>
                <a:schemeClr val="dk1"/>
              </a:buClr>
              <a:buSzPts val="2560"/>
              <a:buFont typeface="Arial"/>
              <a:buChar char="•"/>
              <a:defRPr b="0" i="0" sz="2560" u="none" cap="none" strike="noStrike">
                <a:solidFill>
                  <a:schemeClr val="dk1"/>
                </a:solidFill>
                <a:latin typeface="Arial"/>
                <a:ea typeface="Arial"/>
                <a:cs typeface="Arial"/>
                <a:sym typeface="Arial"/>
              </a:defRPr>
            </a:lvl1pPr>
            <a:lvl2pPr indent="-391160" lvl="1" marL="914400" marR="0" rtl="0" algn="l">
              <a:spcBef>
                <a:spcPts val="512"/>
              </a:spcBef>
              <a:spcAft>
                <a:spcPts val="0"/>
              </a:spcAft>
              <a:buClr>
                <a:schemeClr val="dk1"/>
              </a:buClr>
              <a:buSzPts val="2560"/>
              <a:buFont typeface="Arial"/>
              <a:buChar char="–"/>
              <a:defRPr b="0" i="0" sz="2560" u="none" cap="none" strike="noStrike">
                <a:solidFill>
                  <a:schemeClr val="dk1"/>
                </a:solidFill>
                <a:latin typeface="Arial"/>
                <a:ea typeface="Arial"/>
                <a:cs typeface="Arial"/>
                <a:sym typeface="Arial"/>
              </a:defRPr>
            </a:lvl2pPr>
            <a:lvl3pPr indent="-364045" lvl="2" marL="1371600" marR="0" rtl="0" algn="l">
              <a:spcBef>
                <a:spcPts val="427"/>
              </a:spcBef>
              <a:spcAft>
                <a:spcPts val="0"/>
              </a:spcAft>
              <a:buClr>
                <a:schemeClr val="dk1"/>
              </a:buClr>
              <a:buSzPts val="2133"/>
              <a:buFont typeface="Arial"/>
              <a:buChar char="•"/>
              <a:defRPr b="0" i="0" sz="2133" u="none" cap="none" strike="noStrike">
                <a:solidFill>
                  <a:schemeClr val="dk1"/>
                </a:solidFill>
                <a:latin typeface="Arial"/>
                <a:ea typeface="Arial"/>
                <a:cs typeface="Arial"/>
                <a:sym typeface="Arial"/>
              </a:defRPr>
            </a:lvl3pPr>
            <a:lvl4pPr indent="-336994" lvl="3" marL="1828800" marR="0" rtl="0" algn="l">
              <a:spcBef>
                <a:spcPts val="341"/>
              </a:spcBef>
              <a:spcAft>
                <a:spcPts val="0"/>
              </a:spcAft>
              <a:buClr>
                <a:schemeClr val="dk1"/>
              </a:buClr>
              <a:buSzPts val="1707"/>
              <a:buFont typeface="Arial"/>
              <a:buChar char="–"/>
              <a:defRPr b="0" i="0" sz="1707" u="none" cap="none" strike="noStrike">
                <a:solidFill>
                  <a:schemeClr val="dk1"/>
                </a:solidFill>
                <a:latin typeface="Arial"/>
                <a:ea typeface="Arial"/>
                <a:cs typeface="Arial"/>
                <a:sym typeface="Arial"/>
              </a:defRPr>
            </a:lvl4pPr>
            <a:lvl5pPr indent="-336994" lvl="4" marL="2286000" marR="0" rtl="0" algn="l">
              <a:spcBef>
                <a:spcPts val="341"/>
              </a:spcBef>
              <a:spcAft>
                <a:spcPts val="0"/>
              </a:spcAft>
              <a:buClr>
                <a:schemeClr val="dk1"/>
              </a:buClr>
              <a:buSzPts val="1707"/>
              <a:buFont typeface="Arial"/>
              <a:buChar char="»"/>
              <a:defRPr b="0" i="0" sz="1707" u="none" cap="none" strike="noStrike">
                <a:solidFill>
                  <a:schemeClr val="dk1"/>
                </a:solidFill>
                <a:latin typeface="Arial"/>
                <a:ea typeface="Arial"/>
                <a:cs typeface="Arial"/>
                <a:sym typeface="Arial"/>
              </a:defRPr>
            </a:lvl5pPr>
            <a:lvl6pPr indent="-336994" lvl="5" marL="2743200" marR="0" rtl="0" algn="l">
              <a:spcBef>
                <a:spcPts val="341"/>
              </a:spcBef>
              <a:spcAft>
                <a:spcPts val="0"/>
              </a:spcAft>
              <a:buClr>
                <a:schemeClr val="dk1"/>
              </a:buClr>
              <a:buSzPts val="1707"/>
              <a:buFont typeface="Arial"/>
              <a:buChar char="»"/>
              <a:defRPr b="0" i="0" sz="1707" u="none" cap="none" strike="noStrike">
                <a:solidFill>
                  <a:schemeClr val="dk1"/>
                </a:solidFill>
                <a:latin typeface="Arial"/>
                <a:ea typeface="Arial"/>
                <a:cs typeface="Arial"/>
                <a:sym typeface="Arial"/>
              </a:defRPr>
            </a:lvl6pPr>
            <a:lvl7pPr indent="-336994" lvl="6" marL="3200400" marR="0" rtl="0" algn="l">
              <a:spcBef>
                <a:spcPts val="341"/>
              </a:spcBef>
              <a:spcAft>
                <a:spcPts val="0"/>
              </a:spcAft>
              <a:buClr>
                <a:schemeClr val="dk1"/>
              </a:buClr>
              <a:buSzPts val="1707"/>
              <a:buFont typeface="Arial"/>
              <a:buChar char="»"/>
              <a:defRPr b="0" i="0" sz="1707" u="none" cap="none" strike="noStrike">
                <a:solidFill>
                  <a:schemeClr val="dk1"/>
                </a:solidFill>
                <a:latin typeface="Arial"/>
                <a:ea typeface="Arial"/>
                <a:cs typeface="Arial"/>
                <a:sym typeface="Arial"/>
              </a:defRPr>
            </a:lvl7pPr>
            <a:lvl8pPr indent="-336994" lvl="7" marL="3657600" marR="0" rtl="0" algn="l">
              <a:spcBef>
                <a:spcPts val="341"/>
              </a:spcBef>
              <a:spcAft>
                <a:spcPts val="0"/>
              </a:spcAft>
              <a:buClr>
                <a:schemeClr val="dk1"/>
              </a:buClr>
              <a:buSzPts val="1707"/>
              <a:buFont typeface="Arial"/>
              <a:buChar char="»"/>
              <a:defRPr b="0" i="0" sz="1707" u="none" cap="none" strike="noStrike">
                <a:solidFill>
                  <a:schemeClr val="dk1"/>
                </a:solidFill>
                <a:latin typeface="Arial"/>
                <a:ea typeface="Arial"/>
                <a:cs typeface="Arial"/>
                <a:sym typeface="Arial"/>
              </a:defRPr>
            </a:lvl8pPr>
            <a:lvl9pPr indent="-336994" lvl="8" marL="4114800" marR="0" rtl="0" algn="l">
              <a:spcBef>
                <a:spcPts val="341"/>
              </a:spcBef>
              <a:spcAft>
                <a:spcPts val="0"/>
              </a:spcAft>
              <a:buClr>
                <a:schemeClr val="dk1"/>
              </a:buClr>
              <a:buSzPts val="1707"/>
              <a:buFont typeface="Arial"/>
              <a:buChar char="»"/>
              <a:defRPr b="0" i="0" sz="1707" u="none" cap="none" strike="noStrike">
                <a:solidFill>
                  <a:schemeClr val="dk1"/>
                </a:solidFill>
                <a:latin typeface="Arial"/>
                <a:ea typeface="Arial"/>
                <a:cs typeface="Arial"/>
                <a:sym typeface="Arial"/>
              </a:defRPr>
            </a:lvl9pPr>
          </a:lstStyle>
          <a:p/>
        </p:txBody>
      </p:sp>
      <p:sp>
        <p:nvSpPr>
          <p:cNvPr id="109" name="Google Shape;109;p26"/>
          <p:cNvSpPr/>
          <p:nvPr/>
        </p:nvSpPr>
        <p:spPr>
          <a:xfrm>
            <a:off x="0" y="0"/>
            <a:ext cx="43891200" cy="32918400"/>
          </a:xfrm>
          <a:prstGeom prst="rect">
            <a:avLst/>
          </a:prstGeom>
          <a:noFill/>
          <a:ln cap="flat" cmpd="sng" w="9525">
            <a:solidFill>
              <a:schemeClr val="dk2"/>
            </a:solidFill>
            <a:prstDash val="solid"/>
            <a:miter lim="800000"/>
            <a:headEnd len="sm" w="sm" type="none"/>
            <a:tailEnd len="sm" w="sm" type="none"/>
          </a:ln>
        </p:spPr>
        <p:txBody>
          <a:bodyPr anchorCtr="0" anchor="ctr" bIns="40625" lIns="81275" spcFirstLastPara="1" rIns="81275" wrap="square" tIns="40625">
            <a:noAutofit/>
          </a:bodyPr>
          <a:lstStyle/>
          <a:p>
            <a:pPr indent="0" lvl="0" marL="0" marR="0" rtl="0" algn="l">
              <a:spcBef>
                <a:spcPts val="0"/>
              </a:spcBef>
              <a:spcAft>
                <a:spcPts val="0"/>
              </a:spcAft>
              <a:buNone/>
            </a:pPr>
            <a:r>
              <a:t/>
            </a:r>
            <a:endParaRPr b="0" i="0" sz="2195" u="none" cap="none" strike="noStrike">
              <a:solidFill>
                <a:schemeClr val="dk1"/>
              </a:solidFill>
              <a:latin typeface="Arial Narrow"/>
              <a:ea typeface="Arial Narrow"/>
              <a:cs typeface="Arial Narrow"/>
              <a:sym typeface="Arial Narrow"/>
            </a:endParaRPr>
          </a:p>
        </p:txBody>
      </p:sp>
    </p:spTree>
  </p:cSld>
  <p:clrMap accent1="accent1" accent2="accent2" accent3="accent3" accent4="accent4" accent5="accent5" accent6="accent6" bg1="lt1" bg2="dk2" tx1="dk1" tx2="lt2" folHlink="folHlink" hlink="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6.png"/><Relationship Id="rId9" Type="http://schemas.openxmlformats.org/officeDocument/2006/relationships/image" Target="../media/image4.png"/><Relationship Id="rId5" Type="http://schemas.openxmlformats.org/officeDocument/2006/relationships/image" Target="../media/image2.png"/><Relationship Id="rId6" Type="http://schemas.openxmlformats.org/officeDocument/2006/relationships/image" Target="../media/image7.png"/><Relationship Id="rId7" Type="http://schemas.openxmlformats.org/officeDocument/2006/relationships/image" Target="../media/image1.jpg"/><Relationship Id="rId8"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9900"/>
        </a:solidFill>
      </p:bgPr>
    </p:bg>
    <p:spTree>
      <p:nvGrpSpPr>
        <p:cNvPr id="150" name="Shape 150"/>
        <p:cNvGrpSpPr/>
        <p:nvPr/>
      </p:nvGrpSpPr>
      <p:grpSpPr>
        <a:xfrm>
          <a:off x="0" y="0"/>
          <a:ext cx="0" cy="0"/>
          <a:chOff x="0" y="0"/>
          <a:chExt cx="0" cy="0"/>
        </a:xfrm>
      </p:grpSpPr>
      <p:sp>
        <p:nvSpPr>
          <p:cNvPr id="151" name="Google Shape;151;p1"/>
          <p:cNvSpPr txBox="1"/>
          <p:nvPr/>
        </p:nvSpPr>
        <p:spPr>
          <a:xfrm>
            <a:off x="32908613" y="17211514"/>
            <a:ext cx="10586907" cy="9746226"/>
          </a:xfrm>
          <a:prstGeom prst="rect">
            <a:avLst/>
          </a:prstGeom>
          <a:noFill/>
          <a:ln>
            <a:noFill/>
          </a:ln>
        </p:spPr>
        <p:txBody>
          <a:bodyPr anchorCtr="0" anchor="t" bIns="406375" lIns="406375" spcFirstLastPara="1" rIns="406375" wrap="square" tIns="406375">
            <a:spAutoFit/>
          </a:bodyPr>
          <a:lstStyle/>
          <a:p>
            <a:pPr indent="0" lvl="0" marL="0" marR="0" rtl="0" algn="l">
              <a:spcBef>
                <a:spcPts val="0"/>
              </a:spcBef>
              <a:spcAft>
                <a:spcPts val="0"/>
              </a:spcAft>
              <a:buNone/>
            </a:pPr>
            <a:r>
              <a:t/>
            </a:r>
            <a:endParaRPr b="0" i="0" sz="2900" u="none" cap="none" strike="noStrike">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b="0" i="0" lang="en-US" sz="2900" u="none" cap="none" strike="noStrike">
                <a:solidFill>
                  <a:schemeClr val="dk1"/>
                </a:solidFill>
                <a:latin typeface="Times New Roman"/>
                <a:ea typeface="Times New Roman"/>
                <a:cs typeface="Times New Roman"/>
                <a:sym typeface="Times New Roman"/>
              </a:rPr>
              <a:t>[1] Rombach, R., Blattmann, A., Lorenz, D., Esser, P., &amp; Ommer, B. (2022). High-Resolution Image Synthesis with Latent Diffusion Models. Proceedings of CVPR 2022.</a:t>
            </a:r>
            <a:endParaRPr/>
          </a:p>
          <a:p>
            <a:pPr indent="0" lvl="0" marL="0" marR="0" rtl="0" algn="l">
              <a:spcBef>
                <a:spcPts val="0"/>
              </a:spcBef>
              <a:spcAft>
                <a:spcPts val="0"/>
              </a:spcAft>
              <a:buNone/>
            </a:pPr>
            <a:r>
              <a:t/>
            </a:r>
            <a:endParaRPr b="0" i="0" sz="2900" u="none" cap="none" strike="noStrike">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b="0" i="0" lang="en-US" sz="2900" u="none" cap="none" strike="noStrike">
                <a:solidFill>
                  <a:schemeClr val="dk1"/>
                </a:solidFill>
                <a:latin typeface="Times New Roman"/>
                <a:ea typeface="Times New Roman"/>
                <a:cs typeface="Times New Roman"/>
                <a:sym typeface="Times New Roman"/>
              </a:rPr>
              <a:t>[2] Copet, J., Kreuk, F., Gat, I., Remez, T., Kant, D., Synnaeve, G., Adi, Y., &amp; Défossez, A. (2023). MusicGen: Simple and Controllable Music Generation. arXiv preprint arXiv:2306.05284.</a:t>
            </a:r>
            <a:endParaRPr/>
          </a:p>
          <a:p>
            <a:pPr indent="0" lvl="0" marL="0" marR="0" rtl="0" algn="l">
              <a:spcBef>
                <a:spcPts val="0"/>
              </a:spcBef>
              <a:spcAft>
                <a:spcPts val="0"/>
              </a:spcAft>
              <a:buNone/>
            </a:pPr>
            <a:r>
              <a:t/>
            </a:r>
            <a:endParaRPr b="0" i="0" sz="2900" u="none" cap="none" strike="noStrike">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b="0" i="0" lang="en-US" sz="2900" u="none" cap="none" strike="noStrike">
                <a:solidFill>
                  <a:schemeClr val="dk1"/>
                </a:solidFill>
                <a:latin typeface="Times New Roman"/>
                <a:ea typeface="Times New Roman"/>
                <a:cs typeface="Times New Roman"/>
                <a:sym typeface="Times New Roman"/>
              </a:rPr>
              <a:t>[3] Bai, J., Bai, S., Yang, S., Wang, S., Tan, S., Wang, P., Lin, J., Zhou, C., &amp; Zhou, J. (2023). Qwen-VL: A Versatile Vision-Language Model for Understanding, Localization, Text Reading, and Beyond. arXiv preprint arXiv:2308.12966.</a:t>
            </a:r>
            <a:endParaRPr/>
          </a:p>
          <a:p>
            <a:pPr indent="0" lvl="0" marL="0" marR="0" rtl="0" algn="l">
              <a:spcBef>
                <a:spcPts val="0"/>
              </a:spcBef>
              <a:spcAft>
                <a:spcPts val="0"/>
              </a:spcAft>
              <a:buNone/>
            </a:pPr>
            <a:r>
              <a:t/>
            </a:r>
            <a:endParaRPr b="0" i="0" sz="2900" u="none" cap="none" strike="noStrike">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b="0" i="0" lang="en-US" sz="2900" u="none" cap="none" strike="noStrike">
                <a:solidFill>
                  <a:schemeClr val="dk1"/>
                </a:solidFill>
                <a:latin typeface="Times New Roman"/>
                <a:ea typeface="Times New Roman"/>
                <a:cs typeface="Times New Roman"/>
                <a:sym typeface="Times New Roman"/>
              </a:rPr>
              <a:t>[4] Raffel, C., Shazeer, N., Roberts, A., Lee, K., Narang, S., Matena, M., Zhou, Y., Li, W., &amp; Liu, P. J. (2020). Exploring the Limits of Transfer Learning with a Unified Text-to-Text Transformer. Journal of Machine Learning Research, 21(140), 1–67.</a:t>
            </a:r>
            <a:endParaRPr/>
          </a:p>
          <a:p>
            <a:pPr indent="0" lvl="0" marL="0" marR="0" rtl="0" algn="l">
              <a:spcBef>
                <a:spcPts val="0"/>
              </a:spcBef>
              <a:spcAft>
                <a:spcPts val="0"/>
              </a:spcAft>
              <a:buNone/>
            </a:pPr>
            <a:r>
              <a:t/>
            </a:r>
            <a:endParaRPr b="0" i="0" sz="2900" u="none" cap="none" strike="noStrike">
              <a:solidFill>
                <a:schemeClr val="dk1"/>
              </a:solidFill>
              <a:latin typeface="Times New Roman"/>
              <a:ea typeface="Times New Roman"/>
              <a:cs typeface="Times New Roman"/>
              <a:sym typeface="Times New Roman"/>
            </a:endParaRPr>
          </a:p>
        </p:txBody>
      </p:sp>
      <p:sp>
        <p:nvSpPr>
          <p:cNvPr id="152" name="Google Shape;152;p1"/>
          <p:cNvSpPr/>
          <p:nvPr/>
        </p:nvSpPr>
        <p:spPr>
          <a:xfrm>
            <a:off x="11510433" y="674666"/>
            <a:ext cx="20747567" cy="2002406"/>
          </a:xfrm>
          <a:prstGeom prst="rect">
            <a:avLst/>
          </a:prstGeom>
          <a:noFill/>
          <a:ln>
            <a:noFill/>
          </a:ln>
        </p:spPr>
        <p:txBody>
          <a:bodyPr anchorCtr="0" anchor="t" bIns="40525" lIns="81100" spcFirstLastPara="1" rIns="81100" wrap="square" tIns="40525">
            <a:spAutoFit/>
          </a:bodyPr>
          <a:lstStyle/>
          <a:p>
            <a:pPr indent="0" lvl="0" marL="0" marR="0" rtl="0" algn="ctr">
              <a:spcBef>
                <a:spcPts val="0"/>
              </a:spcBef>
              <a:spcAft>
                <a:spcPts val="0"/>
              </a:spcAft>
              <a:buNone/>
            </a:pPr>
            <a:r>
              <a:rPr b="1" i="0" lang="en-US" sz="7650" u="none" cap="none" strike="noStrike">
                <a:solidFill>
                  <a:srgbClr val="FFFFFF"/>
                </a:solidFill>
                <a:latin typeface="Times New Roman"/>
                <a:ea typeface="Times New Roman"/>
                <a:cs typeface="Times New Roman"/>
                <a:sym typeface="Times New Roman"/>
              </a:rPr>
              <a:t>Multimodal Content Generation using LLM</a:t>
            </a:r>
            <a:endParaRPr/>
          </a:p>
          <a:p>
            <a:pPr indent="0" lvl="0" marL="0" marR="0" rtl="0" algn="ctr">
              <a:spcBef>
                <a:spcPts val="0"/>
              </a:spcBef>
              <a:spcAft>
                <a:spcPts val="0"/>
              </a:spcAft>
              <a:buNone/>
            </a:pPr>
            <a:r>
              <a:rPr b="1" i="0" lang="en-US" sz="4800" u="none" cap="none" strike="noStrike">
                <a:solidFill>
                  <a:srgbClr val="FFFFFF"/>
                </a:solidFill>
                <a:latin typeface="Times New Roman"/>
                <a:ea typeface="Times New Roman"/>
                <a:cs typeface="Times New Roman"/>
                <a:sym typeface="Times New Roman"/>
              </a:rPr>
              <a:t>Project Advisor: Simon Shim</a:t>
            </a:r>
            <a:endParaRPr/>
          </a:p>
        </p:txBody>
      </p:sp>
      <p:sp>
        <p:nvSpPr>
          <p:cNvPr id="153" name="Google Shape;153;p1"/>
          <p:cNvSpPr txBox="1"/>
          <p:nvPr/>
        </p:nvSpPr>
        <p:spPr>
          <a:xfrm>
            <a:off x="1378373" y="6485934"/>
            <a:ext cx="8873067" cy="4644829"/>
          </a:xfrm>
          <a:prstGeom prst="rect">
            <a:avLst/>
          </a:prstGeom>
          <a:noFill/>
          <a:ln>
            <a:noFill/>
          </a:ln>
        </p:spPr>
        <p:txBody>
          <a:bodyPr anchorCtr="0" anchor="t" bIns="406375" lIns="406375" spcFirstLastPara="1" rIns="406375" wrap="square" tIns="406375">
            <a:spAutoFit/>
          </a:bodyPr>
          <a:lstStyle/>
          <a:p>
            <a:pPr indent="0" lvl="0" marL="0" marR="0" rtl="0" algn="l">
              <a:spcBef>
                <a:spcPts val="0"/>
              </a:spcBef>
              <a:spcAft>
                <a:spcPts val="0"/>
              </a:spcAft>
              <a:buNone/>
            </a:pPr>
            <a:r>
              <a:rPr b="0" i="0" lang="en-US" sz="2950" u="none" cap="none" strike="noStrike">
                <a:solidFill>
                  <a:schemeClr val="dk1"/>
                </a:solidFill>
                <a:latin typeface="Times New Roman"/>
                <a:ea typeface="Times New Roman"/>
                <a:cs typeface="Times New Roman"/>
                <a:sym typeface="Times New Roman"/>
              </a:rPr>
              <a:t>Digital content underpins both social media and learning, but creating it manually is slow and skill-intensive. This project builds a unified Multimodal Content Generator that uses fine-tuned open-source models (Stable Diffusion, MusicGen-small, Qwen VLM, T5-small) to generate social-media images and music, answer multimodal science questions, and summarize research-style text.</a:t>
            </a:r>
            <a:endParaRPr b="0" i="0" sz="2850" u="none" cap="none" strike="noStrike">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b="0" i="0" sz="1250" u="none" cap="none" strike="noStrike">
              <a:solidFill>
                <a:schemeClr val="dk1"/>
              </a:solidFill>
              <a:latin typeface="Times New Roman"/>
              <a:ea typeface="Times New Roman"/>
              <a:cs typeface="Times New Roman"/>
              <a:sym typeface="Times New Roman"/>
            </a:endParaRPr>
          </a:p>
        </p:txBody>
      </p:sp>
      <p:sp>
        <p:nvSpPr>
          <p:cNvPr id="154" name="Google Shape;154;p1"/>
          <p:cNvSpPr txBox="1"/>
          <p:nvPr/>
        </p:nvSpPr>
        <p:spPr>
          <a:xfrm>
            <a:off x="698502" y="18515803"/>
            <a:ext cx="9969500" cy="525094"/>
          </a:xfrm>
          <a:prstGeom prst="rect">
            <a:avLst/>
          </a:prstGeom>
          <a:solidFill>
            <a:schemeClr val="accent2"/>
          </a:solidFill>
          <a:ln>
            <a:noFill/>
          </a:ln>
        </p:spPr>
        <p:txBody>
          <a:bodyPr anchorCtr="0" anchor="t" bIns="40550" lIns="81100" spcFirstLastPara="1" rIns="81100" wrap="square" tIns="40550">
            <a:spAutoFit/>
          </a:bodyPr>
          <a:lstStyle/>
          <a:p>
            <a:pPr indent="0" lvl="0" marL="0" marR="0" rtl="0" algn="ctr">
              <a:spcBef>
                <a:spcPts val="0"/>
              </a:spcBef>
              <a:spcAft>
                <a:spcPts val="0"/>
              </a:spcAft>
              <a:buNone/>
            </a:pPr>
            <a:r>
              <a:rPr b="1" i="0" lang="en-US" sz="2850" u="none" cap="none" strike="noStrike">
                <a:solidFill>
                  <a:srgbClr val="FFFFFF"/>
                </a:solidFill>
                <a:latin typeface="Times New Roman"/>
                <a:ea typeface="Times New Roman"/>
                <a:cs typeface="Times New Roman"/>
                <a:sym typeface="Times New Roman"/>
              </a:rPr>
              <a:t>Methodology</a:t>
            </a:r>
            <a:endParaRPr/>
          </a:p>
        </p:txBody>
      </p:sp>
      <p:sp>
        <p:nvSpPr>
          <p:cNvPr id="155" name="Google Shape;155;p1"/>
          <p:cNvSpPr txBox="1"/>
          <p:nvPr/>
        </p:nvSpPr>
        <p:spPr>
          <a:xfrm>
            <a:off x="11510433" y="5678437"/>
            <a:ext cx="20747566" cy="525094"/>
          </a:xfrm>
          <a:prstGeom prst="rect">
            <a:avLst/>
          </a:prstGeom>
          <a:solidFill>
            <a:schemeClr val="accent2"/>
          </a:solidFill>
          <a:ln>
            <a:noFill/>
          </a:ln>
        </p:spPr>
        <p:txBody>
          <a:bodyPr anchorCtr="0" anchor="t" bIns="40550" lIns="81100" spcFirstLastPara="1" rIns="81100" wrap="square" tIns="40550">
            <a:spAutoFit/>
          </a:bodyPr>
          <a:lstStyle/>
          <a:p>
            <a:pPr indent="0" lvl="0" marL="0" marR="0" rtl="0" algn="ctr">
              <a:spcBef>
                <a:spcPts val="0"/>
              </a:spcBef>
              <a:spcAft>
                <a:spcPts val="0"/>
              </a:spcAft>
              <a:buNone/>
            </a:pPr>
            <a:r>
              <a:rPr b="1" i="0" lang="en-US" sz="2850" u="none" cap="none" strike="noStrike">
                <a:solidFill>
                  <a:srgbClr val="FFFFFF"/>
                </a:solidFill>
                <a:latin typeface="Times New Roman"/>
                <a:ea typeface="Times New Roman"/>
                <a:cs typeface="Times New Roman"/>
                <a:sym typeface="Times New Roman"/>
              </a:rPr>
              <a:t>Analysis and Results</a:t>
            </a:r>
            <a:endParaRPr/>
          </a:p>
        </p:txBody>
      </p:sp>
      <p:sp>
        <p:nvSpPr>
          <p:cNvPr id="156" name="Google Shape;156;p1"/>
          <p:cNvSpPr txBox="1"/>
          <p:nvPr/>
        </p:nvSpPr>
        <p:spPr>
          <a:xfrm>
            <a:off x="33077152" y="11904133"/>
            <a:ext cx="9975849" cy="525094"/>
          </a:xfrm>
          <a:prstGeom prst="rect">
            <a:avLst/>
          </a:prstGeom>
          <a:solidFill>
            <a:schemeClr val="accent2"/>
          </a:solidFill>
          <a:ln>
            <a:noFill/>
          </a:ln>
        </p:spPr>
        <p:txBody>
          <a:bodyPr anchorCtr="0" anchor="t" bIns="40550" lIns="81100" spcFirstLastPara="1" rIns="81100" wrap="square" tIns="40550">
            <a:spAutoFit/>
          </a:bodyPr>
          <a:lstStyle/>
          <a:p>
            <a:pPr indent="0" lvl="0" marL="0" marR="0" rtl="0" algn="ctr">
              <a:spcBef>
                <a:spcPts val="0"/>
              </a:spcBef>
              <a:spcAft>
                <a:spcPts val="0"/>
              </a:spcAft>
              <a:buNone/>
            </a:pPr>
            <a:r>
              <a:rPr b="1" i="0" lang="en-US" sz="2850" u="none" cap="none" strike="noStrike">
                <a:solidFill>
                  <a:srgbClr val="FFFFFF"/>
                </a:solidFill>
                <a:latin typeface="Times New Roman"/>
                <a:ea typeface="Times New Roman"/>
                <a:cs typeface="Times New Roman"/>
                <a:sym typeface="Times New Roman"/>
              </a:rPr>
              <a:t>Summary/Conclusions</a:t>
            </a:r>
            <a:endParaRPr/>
          </a:p>
        </p:txBody>
      </p:sp>
      <p:sp>
        <p:nvSpPr>
          <p:cNvPr id="157" name="Google Shape;157;p1"/>
          <p:cNvSpPr txBox="1"/>
          <p:nvPr/>
        </p:nvSpPr>
        <p:spPr>
          <a:xfrm>
            <a:off x="33077152" y="17520921"/>
            <a:ext cx="9975849" cy="525094"/>
          </a:xfrm>
          <a:prstGeom prst="rect">
            <a:avLst/>
          </a:prstGeom>
          <a:solidFill>
            <a:schemeClr val="accent2"/>
          </a:solidFill>
          <a:ln>
            <a:noFill/>
          </a:ln>
        </p:spPr>
        <p:txBody>
          <a:bodyPr anchorCtr="0" anchor="t" bIns="40550" lIns="81100" spcFirstLastPara="1" rIns="81100" wrap="square" tIns="40550">
            <a:spAutoFit/>
          </a:bodyPr>
          <a:lstStyle/>
          <a:p>
            <a:pPr indent="0" lvl="0" marL="0" marR="0" rtl="0" algn="ctr">
              <a:spcBef>
                <a:spcPts val="0"/>
              </a:spcBef>
              <a:spcAft>
                <a:spcPts val="0"/>
              </a:spcAft>
              <a:buNone/>
            </a:pPr>
            <a:r>
              <a:rPr b="1" i="0" lang="en-US" sz="2850" u="none" cap="none" strike="noStrike">
                <a:solidFill>
                  <a:srgbClr val="FFFFFF"/>
                </a:solidFill>
                <a:latin typeface="Times New Roman"/>
                <a:ea typeface="Times New Roman"/>
                <a:cs typeface="Times New Roman"/>
                <a:sym typeface="Times New Roman"/>
              </a:rPr>
              <a:t>Key References</a:t>
            </a:r>
            <a:endParaRPr/>
          </a:p>
        </p:txBody>
      </p:sp>
      <p:sp>
        <p:nvSpPr>
          <p:cNvPr id="158" name="Google Shape;158;p1"/>
          <p:cNvSpPr txBox="1"/>
          <p:nvPr/>
        </p:nvSpPr>
        <p:spPr>
          <a:xfrm>
            <a:off x="33077152" y="26600575"/>
            <a:ext cx="9975849" cy="525094"/>
          </a:xfrm>
          <a:prstGeom prst="rect">
            <a:avLst/>
          </a:prstGeom>
          <a:solidFill>
            <a:schemeClr val="accent2"/>
          </a:solidFill>
          <a:ln>
            <a:noFill/>
          </a:ln>
        </p:spPr>
        <p:txBody>
          <a:bodyPr anchorCtr="0" anchor="t" bIns="40550" lIns="81100" spcFirstLastPara="1" rIns="81100" wrap="square" tIns="40550">
            <a:spAutoFit/>
          </a:bodyPr>
          <a:lstStyle/>
          <a:p>
            <a:pPr indent="0" lvl="0" marL="0" marR="0" rtl="0" algn="ctr">
              <a:spcBef>
                <a:spcPts val="0"/>
              </a:spcBef>
              <a:spcAft>
                <a:spcPts val="0"/>
              </a:spcAft>
              <a:buNone/>
            </a:pPr>
            <a:r>
              <a:rPr b="1" i="0" lang="en-US" sz="2850" u="none" cap="none" strike="noStrike">
                <a:solidFill>
                  <a:srgbClr val="FFFFFF"/>
                </a:solidFill>
                <a:latin typeface="Times New Roman"/>
                <a:ea typeface="Times New Roman"/>
                <a:cs typeface="Times New Roman"/>
                <a:sym typeface="Times New Roman"/>
              </a:rPr>
              <a:t>Acknowledgements</a:t>
            </a:r>
            <a:endParaRPr/>
          </a:p>
        </p:txBody>
      </p:sp>
      <p:sp>
        <p:nvSpPr>
          <p:cNvPr id="159" name="Google Shape;159;p1"/>
          <p:cNvSpPr txBox="1"/>
          <p:nvPr/>
        </p:nvSpPr>
        <p:spPr>
          <a:xfrm>
            <a:off x="33062675" y="12244088"/>
            <a:ext cx="10479393" cy="5360409"/>
          </a:xfrm>
          <a:prstGeom prst="rect">
            <a:avLst/>
          </a:prstGeom>
          <a:noFill/>
          <a:ln>
            <a:noFill/>
          </a:ln>
        </p:spPr>
        <p:txBody>
          <a:bodyPr anchorCtr="0" anchor="t" bIns="406375" lIns="406375" spcFirstLastPara="1" rIns="406375" wrap="square" tIns="406375">
            <a:spAutoFit/>
          </a:bodyPr>
          <a:lstStyle/>
          <a:p>
            <a:pPr indent="0" lvl="0" marL="0" marR="0" rtl="0" algn="l">
              <a:spcBef>
                <a:spcPts val="0"/>
              </a:spcBef>
              <a:spcAft>
                <a:spcPts val="0"/>
              </a:spcAft>
              <a:buNone/>
            </a:pPr>
            <a:r>
              <a:rPr b="0" i="0" lang="en-US" sz="2950" u="none" cap="none" strike="noStrike">
                <a:solidFill>
                  <a:schemeClr val="dk1"/>
                </a:solidFill>
                <a:latin typeface="Times New Roman"/>
                <a:ea typeface="Times New Roman"/>
                <a:cs typeface="Times New Roman"/>
                <a:sym typeface="Times New Roman"/>
              </a:rPr>
              <a:t>This project builds a </a:t>
            </a:r>
            <a:r>
              <a:rPr b="1" i="0" lang="en-US" sz="2950" u="none" cap="none" strike="noStrike">
                <a:solidFill>
                  <a:schemeClr val="dk1"/>
                </a:solidFill>
                <a:latin typeface="Times New Roman"/>
                <a:ea typeface="Times New Roman"/>
                <a:cs typeface="Times New Roman"/>
                <a:sym typeface="Times New Roman"/>
              </a:rPr>
              <a:t>Multimodal Content Generator</a:t>
            </a:r>
            <a:r>
              <a:rPr b="0" i="0" lang="en-US" sz="2950" u="none" cap="none" strike="noStrike">
                <a:solidFill>
                  <a:schemeClr val="dk1"/>
                </a:solidFill>
                <a:latin typeface="Times New Roman"/>
                <a:ea typeface="Times New Roman"/>
                <a:cs typeface="Times New Roman"/>
                <a:sym typeface="Times New Roman"/>
              </a:rPr>
              <a:t> that unifies Stable Diffusion (images), MusicGen-small (music), Qwen VLM (multimodal QA), and T5-small (scientific summarization) behind a modular backend and simple web UI. </a:t>
            </a:r>
            <a:endParaRPr b="0" i="0" sz="2850" u="none" cap="none" strike="noStrike">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b="0" i="0" sz="2950" u="none" cap="none" strike="noStrike">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b="0" i="0" lang="en-US" sz="2950" u="none" cap="none" strike="noStrike">
                <a:solidFill>
                  <a:schemeClr val="dk1"/>
                </a:solidFill>
                <a:latin typeface="Times New Roman"/>
                <a:ea typeface="Times New Roman"/>
                <a:cs typeface="Times New Roman"/>
                <a:sym typeface="Times New Roman"/>
              </a:rPr>
              <a:t>Fine-tuned models improve summarization quality, text–audio alignment, and QA accuracy over base versions, while remaining limits in compute, music data size, and occasional errors suggest clear directions for future improvement.</a:t>
            </a:r>
            <a:endParaRPr/>
          </a:p>
          <a:p>
            <a:pPr indent="0" lvl="0" marL="0" marR="0" rtl="0" algn="l">
              <a:spcBef>
                <a:spcPts val="0"/>
              </a:spcBef>
              <a:spcAft>
                <a:spcPts val="0"/>
              </a:spcAft>
              <a:buNone/>
            </a:pPr>
            <a:r>
              <a:t/>
            </a:r>
            <a:endParaRPr b="0" i="0" sz="2950" u="none" cap="none" strike="noStrike">
              <a:solidFill>
                <a:schemeClr val="dk1"/>
              </a:solidFill>
              <a:latin typeface="Times New Roman"/>
              <a:ea typeface="Times New Roman"/>
              <a:cs typeface="Times New Roman"/>
              <a:sym typeface="Times New Roman"/>
            </a:endParaRPr>
          </a:p>
        </p:txBody>
      </p:sp>
      <p:graphicFrame>
        <p:nvGraphicFramePr>
          <p:cNvPr id="160" name="Google Shape;160;p1"/>
          <p:cNvGraphicFramePr/>
          <p:nvPr/>
        </p:nvGraphicFramePr>
        <p:xfrm>
          <a:off x="33561867" y="26959562"/>
          <a:ext cx="3000000" cy="3000000"/>
        </p:xfrm>
        <a:graphic>
          <a:graphicData uri="http://schemas.openxmlformats.org/drawingml/2006/table">
            <a:tbl>
              <a:tblPr>
                <a:noFill/>
                <a:tableStyleId>{05E8836F-EFEA-4DE6-B9A7-C24379AE4CAB}</a:tableStyleId>
              </a:tblPr>
              <a:tblGrid>
                <a:gridCol w="4480275"/>
                <a:gridCol w="4392800"/>
              </a:tblGrid>
              <a:tr h="3616950">
                <a:tc gridSpan="2">
                  <a:txBody>
                    <a:bodyPr/>
                    <a:lstStyle/>
                    <a:p>
                      <a:pPr indent="0" lvl="0" marL="0" marR="0" rtl="0" algn="l">
                        <a:spcBef>
                          <a:spcPts val="0"/>
                        </a:spcBef>
                        <a:spcAft>
                          <a:spcPts val="0"/>
                        </a:spcAft>
                        <a:buNone/>
                      </a:pPr>
                      <a:r>
                        <a:t/>
                      </a:r>
                      <a:endParaRPr sz="28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950"/>
                        <a:buFont typeface="Times New Roman"/>
                        <a:buNone/>
                      </a:pPr>
                      <a:r>
                        <a:rPr lang="en-US" sz="2950" u="none" cap="none" strike="noStrike">
                          <a:solidFill>
                            <a:srgbClr val="000000"/>
                          </a:solidFill>
                          <a:latin typeface="Times New Roman"/>
                          <a:ea typeface="Times New Roman"/>
                          <a:cs typeface="Times New Roman"/>
                          <a:sym typeface="Times New Roman"/>
                        </a:rPr>
                        <a:t>We would like to sincerely thank Dr. Simon Shim for his guidance and support throughout this project. His feedback helped us refine our problem formulation, choose appropriate models and datasets, and interpret our experimental results. We are also grateful to the course staff and our classmates for their discussions and suggestions, which helped us debug issues, improve our system design, and keep the project on track.</a:t>
                      </a:r>
                      <a:endParaRPr sz="2950" u="none" cap="none" strike="noStrike">
                        <a:solidFill>
                          <a:srgbClr val="000000"/>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2800"/>
                        <a:buFont typeface="Arial"/>
                        <a:buNone/>
                      </a:pPr>
                      <a:r>
                        <a:t/>
                      </a:r>
                      <a:endParaRPr sz="2800" u="none" cap="none" strike="noStrike">
                        <a:solidFill>
                          <a:srgbClr val="000000"/>
                        </a:solidFill>
                      </a:endParaRPr>
                    </a:p>
                  </a:txBody>
                  <a:tcPr marT="243850" marB="243850" marR="243850" marL="4064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hMerge="1"/>
              </a:tr>
              <a:tr h="1111700">
                <a:tc>
                  <a:txBody>
                    <a:bodyPr/>
                    <a:lstStyle/>
                    <a:p>
                      <a:pPr indent="0" lvl="0" marL="0" marR="0" rtl="0" algn="l">
                        <a:lnSpc>
                          <a:spcPct val="100000"/>
                        </a:lnSpc>
                        <a:spcBef>
                          <a:spcPts val="0"/>
                        </a:spcBef>
                        <a:spcAft>
                          <a:spcPts val="0"/>
                        </a:spcAft>
                        <a:buClr>
                          <a:schemeClr val="dk1"/>
                        </a:buClr>
                        <a:buSzPts val="2900"/>
                        <a:buFont typeface="Arial"/>
                        <a:buNone/>
                      </a:pPr>
                      <a:r>
                        <a:t/>
                      </a:r>
                      <a:endParaRPr sz="2900" u="none" cap="none" strike="noStrike">
                        <a:solidFill>
                          <a:srgbClr val="000000"/>
                        </a:solidFill>
                        <a:latin typeface="Arial Narrow"/>
                        <a:ea typeface="Arial Narrow"/>
                        <a:cs typeface="Arial Narrow"/>
                        <a:sym typeface="Arial Narrow"/>
                      </a:endParaRPr>
                    </a:p>
                  </a:txBody>
                  <a:tcPr marT="243850" marB="243850" marR="243850" marL="4064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900"/>
                        <a:buFont typeface="Arial"/>
                        <a:buNone/>
                      </a:pPr>
                      <a:r>
                        <a:t/>
                      </a:r>
                      <a:endParaRPr sz="2900" u="none" cap="none" strike="noStrike">
                        <a:solidFill>
                          <a:srgbClr val="000000"/>
                        </a:solidFill>
                        <a:latin typeface="Arial Narrow"/>
                        <a:ea typeface="Arial Narrow"/>
                        <a:cs typeface="Arial Narrow"/>
                        <a:sym typeface="Arial Narrow"/>
                      </a:endParaRPr>
                    </a:p>
                  </a:txBody>
                  <a:tcPr marT="243850" marB="243850" marR="243850" marL="4064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161" name="Google Shape;161;p1"/>
          <p:cNvSpPr txBox="1"/>
          <p:nvPr/>
        </p:nvSpPr>
        <p:spPr>
          <a:xfrm>
            <a:off x="1152392" y="13385061"/>
            <a:ext cx="9259432" cy="5453070"/>
          </a:xfrm>
          <a:prstGeom prst="rect">
            <a:avLst/>
          </a:prstGeom>
          <a:noFill/>
          <a:ln>
            <a:noFill/>
          </a:ln>
        </p:spPr>
        <p:txBody>
          <a:bodyPr anchorCtr="0" anchor="t" bIns="406375" lIns="406375" spcFirstLastPara="1" rIns="406375" wrap="square" tIns="406375">
            <a:spAutoFit/>
          </a:bodyPr>
          <a:lstStyle/>
          <a:p>
            <a:pPr indent="-457200" lvl="0" marL="457200" marR="0" rtl="0" algn="l">
              <a:spcBef>
                <a:spcPts val="0"/>
              </a:spcBef>
              <a:spcAft>
                <a:spcPts val="0"/>
              </a:spcAft>
              <a:buClr>
                <a:srgbClr val="000000"/>
              </a:buClr>
              <a:buSzPts val="2950"/>
              <a:buFont typeface="Arial"/>
              <a:buChar char="•"/>
            </a:pPr>
            <a:r>
              <a:rPr b="0" i="0" lang="en-US" sz="2950" u="none" cap="none" strike="noStrike">
                <a:solidFill>
                  <a:srgbClr val="000000"/>
                </a:solidFill>
                <a:latin typeface="Times New Roman"/>
                <a:ea typeface="Times New Roman"/>
                <a:cs typeface="Times New Roman"/>
                <a:sym typeface="Times New Roman"/>
              </a:rPr>
              <a:t>Two domains in one system: Social Media (image + music) and Education (QA + summarization).</a:t>
            </a:r>
            <a:endParaRPr/>
          </a:p>
          <a:p>
            <a:pPr indent="-457200" lvl="0" marL="457200" marR="0" rtl="0" algn="l">
              <a:spcBef>
                <a:spcPts val="2400"/>
              </a:spcBef>
              <a:spcAft>
                <a:spcPts val="0"/>
              </a:spcAft>
              <a:buClr>
                <a:srgbClr val="000000"/>
              </a:buClr>
              <a:buSzPts val="2950"/>
              <a:buFont typeface="Arial"/>
              <a:buChar char="•"/>
            </a:pPr>
            <a:r>
              <a:rPr b="0" i="0" lang="en-US" sz="2950" u="none" cap="none" strike="noStrike">
                <a:solidFill>
                  <a:srgbClr val="000000"/>
                </a:solidFill>
                <a:latin typeface="Times New Roman"/>
                <a:ea typeface="Times New Roman"/>
                <a:cs typeface="Times New Roman"/>
                <a:sym typeface="Times New Roman"/>
              </a:rPr>
              <a:t>Fine-tuned on ScienceQA, arXiv summarization data, and a genre-labeled music dataset.</a:t>
            </a:r>
            <a:endParaRPr/>
          </a:p>
          <a:p>
            <a:pPr indent="-457200" lvl="0" marL="457200" marR="0" rtl="0" algn="l">
              <a:spcBef>
                <a:spcPts val="2400"/>
              </a:spcBef>
              <a:spcAft>
                <a:spcPts val="0"/>
              </a:spcAft>
              <a:buClr>
                <a:srgbClr val="000000"/>
              </a:buClr>
              <a:buSzPts val="2950"/>
              <a:buFont typeface="Arial"/>
              <a:buChar char="•"/>
            </a:pPr>
            <a:r>
              <a:rPr b="0" i="0" lang="en-US" sz="2950" u="none" cap="none" strike="noStrike">
                <a:solidFill>
                  <a:srgbClr val="000000"/>
                </a:solidFill>
                <a:latin typeface="Times New Roman"/>
                <a:ea typeface="Times New Roman"/>
                <a:cs typeface="Times New Roman"/>
                <a:sym typeface="Times New Roman"/>
              </a:rPr>
              <a:t>Automates key content creation and study tasks, reducing manual effort.</a:t>
            </a:r>
            <a:endParaRPr/>
          </a:p>
          <a:p>
            <a:pPr indent="-457200" lvl="0" marL="457200" marR="0" rtl="0" algn="l">
              <a:spcBef>
                <a:spcPts val="2400"/>
              </a:spcBef>
              <a:spcAft>
                <a:spcPts val="0"/>
              </a:spcAft>
              <a:buClr>
                <a:srgbClr val="000000"/>
              </a:buClr>
              <a:buSzPts val="2950"/>
              <a:buFont typeface="Arial"/>
              <a:buChar char="•"/>
            </a:pPr>
            <a:r>
              <a:rPr b="0" i="0" lang="en-US" sz="2950" u="none" cap="none" strike="noStrike">
                <a:solidFill>
                  <a:srgbClr val="000000"/>
                </a:solidFill>
                <a:latin typeface="Times New Roman"/>
                <a:ea typeface="Times New Roman"/>
                <a:cs typeface="Times New Roman"/>
                <a:sym typeface="Times New Roman"/>
              </a:rPr>
              <a:t>Exposed through a modular backend and web UI for end-to-end use.</a:t>
            </a:r>
            <a:endParaRPr/>
          </a:p>
        </p:txBody>
      </p:sp>
      <p:sp>
        <p:nvSpPr>
          <p:cNvPr id="162" name="Google Shape;162;p1"/>
          <p:cNvSpPr txBox="1"/>
          <p:nvPr/>
        </p:nvSpPr>
        <p:spPr>
          <a:xfrm>
            <a:off x="710119" y="18779403"/>
            <a:ext cx="10001476" cy="7826161"/>
          </a:xfrm>
          <a:prstGeom prst="rect">
            <a:avLst/>
          </a:prstGeom>
          <a:noFill/>
          <a:ln>
            <a:noFill/>
          </a:ln>
        </p:spPr>
        <p:txBody>
          <a:bodyPr anchorCtr="0" anchor="t" bIns="406375" lIns="406375" spcFirstLastPara="1" rIns="406375" wrap="square" tIns="406375">
            <a:spAutoFit/>
          </a:bodyPr>
          <a:lstStyle/>
          <a:p>
            <a:pPr indent="0" lvl="0" marL="0" marR="0" rtl="0" algn="l">
              <a:spcBef>
                <a:spcPts val="0"/>
              </a:spcBef>
              <a:spcAft>
                <a:spcPts val="0"/>
              </a:spcAft>
              <a:buNone/>
            </a:pPr>
            <a:r>
              <a:rPr b="0" i="0" lang="en-US" sz="2950" u="none" cap="none" strike="noStrike">
                <a:solidFill>
                  <a:schemeClr val="dk1"/>
                </a:solidFill>
                <a:latin typeface="Times New Roman"/>
                <a:ea typeface="Times New Roman"/>
                <a:cs typeface="Times New Roman"/>
                <a:sym typeface="Times New Roman"/>
              </a:rPr>
              <a:t>We followed an iterative, experiment-driven workflow that moved from model fine-tuning to system integration and UI. Instead of a strict linear pipeline, we cycled between small training runs, metric-based evaluation, and vertical end-to-end tests that connected data, models, backend, and frontend. </a:t>
            </a:r>
            <a:endParaRPr b="0" i="0" sz="2850" u="none" cap="none" strike="noStrike">
              <a:solidFill>
                <a:schemeClr val="dk1"/>
              </a:solidFill>
              <a:latin typeface="Times New Roman"/>
              <a:ea typeface="Times New Roman"/>
              <a:cs typeface="Times New Roman"/>
              <a:sym typeface="Times New Roman"/>
            </a:endParaRPr>
          </a:p>
          <a:p>
            <a:pPr indent="-548005" lvl="0" marL="548005" marR="0" rtl="0" algn="just">
              <a:spcBef>
                <a:spcPts val="0"/>
              </a:spcBef>
              <a:spcAft>
                <a:spcPts val="0"/>
              </a:spcAft>
              <a:buNone/>
            </a:pPr>
            <a:r>
              <a:t/>
            </a:r>
            <a:endParaRPr b="0" i="0" sz="2950" u="none" cap="none" strike="noStrike">
              <a:solidFill>
                <a:schemeClr val="dk1"/>
              </a:solidFill>
              <a:latin typeface="Times New Roman"/>
              <a:ea typeface="Times New Roman"/>
              <a:cs typeface="Times New Roman"/>
              <a:sym typeface="Times New Roman"/>
            </a:endParaRPr>
          </a:p>
          <a:p>
            <a:pPr indent="-548005" lvl="0" marL="548005" marR="0" rtl="0" algn="ctr">
              <a:spcBef>
                <a:spcPts val="0"/>
              </a:spcBef>
              <a:spcAft>
                <a:spcPts val="0"/>
              </a:spcAft>
              <a:buNone/>
            </a:pPr>
            <a:r>
              <a:t/>
            </a:r>
            <a:endParaRPr b="0" i="0" sz="2100" u="none" cap="none" strike="noStrike">
              <a:solidFill>
                <a:schemeClr val="dk1"/>
              </a:solidFill>
              <a:latin typeface="Times New Roman"/>
              <a:ea typeface="Times New Roman"/>
              <a:cs typeface="Times New Roman"/>
              <a:sym typeface="Times New Roman"/>
            </a:endParaRPr>
          </a:p>
          <a:p>
            <a:pPr indent="-548005" lvl="0" marL="548005" marR="0" rtl="0" algn="ctr">
              <a:spcBef>
                <a:spcPts val="0"/>
              </a:spcBef>
              <a:spcAft>
                <a:spcPts val="0"/>
              </a:spcAft>
              <a:buNone/>
            </a:pPr>
            <a:r>
              <a:t/>
            </a:r>
            <a:endParaRPr b="0" i="0" sz="2100" u="none" cap="none" strike="noStrike">
              <a:solidFill>
                <a:schemeClr val="dk1"/>
              </a:solidFill>
              <a:latin typeface="Times New Roman"/>
              <a:ea typeface="Times New Roman"/>
              <a:cs typeface="Times New Roman"/>
              <a:sym typeface="Times New Roman"/>
            </a:endParaRPr>
          </a:p>
          <a:p>
            <a:pPr indent="-548005" lvl="0" marL="548005" marR="0" rtl="0" algn="ctr">
              <a:spcBef>
                <a:spcPts val="0"/>
              </a:spcBef>
              <a:spcAft>
                <a:spcPts val="0"/>
              </a:spcAft>
              <a:buNone/>
            </a:pPr>
            <a:r>
              <a:t/>
            </a:r>
            <a:endParaRPr b="0" i="0" sz="2100" u="none" cap="none" strike="noStrike">
              <a:solidFill>
                <a:schemeClr val="dk1"/>
              </a:solidFill>
              <a:latin typeface="Times New Roman"/>
              <a:ea typeface="Times New Roman"/>
              <a:cs typeface="Times New Roman"/>
              <a:sym typeface="Times New Roman"/>
            </a:endParaRPr>
          </a:p>
          <a:p>
            <a:pPr indent="-548005" lvl="0" marL="548005" marR="0" rtl="0" algn="ctr">
              <a:spcBef>
                <a:spcPts val="0"/>
              </a:spcBef>
              <a:spcAft>
                <a:spcPts val="0"/>
              </a:spcAft>
              <a:buNone/>
            </a:pPr>
            <a:r>
              <a:t/>
            </a:r>
            <a:endParaRPr b="0" i="0" sz="2100" u="none" cap="none" strike="noStrike">
              <a:solidFill>
                <a:schemeClr val="dk1"/>
              </a:solidFill>
              <a:latin typeface="Times New Roman"/>
              <a:ea typeface="Times New Roman"/>
              <a:cs typeface="Times New Roman"/>
              <a:sym typeface="Times New Roman"/>
            </a:endParaRPr>
          </a:p>
          <a:p>
            <a:pPr indent="-548005" lvl="0" marL="548005" marR="0" rtl="0" algn="ctr">
              <a:spcBef>
                <a:spcPts val="0"/>
              </a:spcBef>
              <a:spcAft>
                <a:spcPts val="0"/>
              </a:spcAft>
              <a:buNone/>
            </a:pPr>
            <a:r>
              <a:t/>
            </a:r>
            <a:endParaRPr b="0" i="0" sz="2100" u="none" cap="none" strike="noStrike">
              <a:solidFill>
                <a:schemeClr val="dk1"/>
              </a:solidFill>
              <a:latin typeface="Times New Roman"/>
              <a:ea typeface="Times New Roman"/>
              <a:cs typeface="Times New Roman"/>
              <a:sym typeface="Times New Roman"/>
            </a:endParaRPr>
          </a:p>
          <a:p>
            <a:pPr indent="-548005" lvl="0" marL="548005" marR="0" rtl="0" algn="ctr">
              <a:spcBef>
                <a:spcPts val="0"/>
              </a:spcBef>
              <a:spcAft>
                <a:spcPts val="0"/>
              </a:spcAft>
              <a:buNone/>
            </a:pPr>
            <a:r>
              <a:t/>
            </a:r>
            <a:endParaRPr b="0" i="0" sz="2100" u="none" cap="none" strike="noStrike">
              <a:solidFill>
                <a:schemeClr val="dk1"/>
              </a:solidFill>
              <a:latin typeface="Times New Roman"/>
              <a:ea typeface="Times New Roman"/>
              <a:cs typeface="Times New Roman"/>
              <a:sym typeface="Times New Roman"/>
            </a:endParaRPr>
          </a:p>
          <a:p>
            <a:pPr indent="-548005" lvl="0" marL="548005" marR="0" rtl="0" algn="l">
              <a:spcBef>
                <a:spcPts val="0"/>
              </a:spcBef>
              <a:spcAft>
                <a:spcPts val="0"/>
              </a:spcAft>
              <a:buNone/>
            </a:pPr>
            <a:r>
              <a:t/>
            </a:r>
            <a:endParaRPr b="0" i="0" sz="2100" u="none" cap="none" strike="noStrike">
              <a:solidFill>
                <a:schemeClr val="dk1"/>
              </a:solidFill>
              <a:latin typeface="Times New Roman"/>
              <a:ea typeface="Times New Roman"/>
              <a:cs typeface="Times New Roman"/>
              <a:sym typeface="Times New Roman"/>
            </a:endParaRPr>
          </a:p>
          <a:p>
            <a:pPr indent="-548005" lvl="0" marL="548005" marR="0" rtl="0" algn="just">
              <a:spcBef>
                <a:spcPts val="0"/>
              </a:spcBef>
              <a:spcAft>
                <a:spcPts val="0"/>
              </a:spcAft>
              <a:buNone/>
            </a:pPr>
            <a:r>
              <a:t/>
            </a:r>
            <a:endParaRPr b="0" i="0" sz="2950" u="none" cap="none" strike="noStrike">
              <a:solidFill>
                <a:schemeClr val="dk1"/>
              </a:solidFill>
              <a:latin typeface="Times New Roman"/>
              <a:ea typeface="Times New Roman"/>
              <a:cs typeface="Times New Roman"/>
              <a:sym typeface="Times New Roman"/>
            </a:endParaRPr>
          </a:p>
          <a:p>
            <a:pPr indent="-548005" lvl="0" marL="548005" marR="0" rtl="0" algn="just">
              <a:spcBef>
                <a:spcPts val="0"/>
              </a:spcBef>
              <a:spcAft>
                <a:spcPts val="0"/>
              </a:spcAft>
              <a:buNone/>
            </a:pPr>
            <a:r>
              <a:t/>
            </a:r>
            <a:endParaRPr b="0" i="0" sz="2950" u="none" cap="none" strike="noStrike">
              <a:solidFill>
                <a:schemeClr val="dk1"/>
              </a:solidFill>
              <a:latin typeface="Times New Roman"/>
              <a:ea typeface="Times New Roman"/>
              <a:cs typeface="Times New Roman"/>
              <a:sym typeface="Times New Roman"/>
            </a:endParaRPr>
          </a:p>
          <a:p>
            <a:pPr indent="-548005" lvl="0" marL="548005" marR="0" rtl="0" algn="l">
              <a:spcBef>
                <a:spcPts val="0"/>
              </a:spcBef>
              <a:spcAft>
                <a:spcPts val="0"/>
              </a:spcAft>
              <a:buNone/>
            </a:pPr>
            <a:r>
              <a:t/>
            </a:r>
            <a:endParaRPr b="1" i="0" sz="2650" u="none" cap="none" strike="noStrike">
              <a:solidFill>
                <a:schemeClr val="dk1"/>
              </a:solidFill>
              <a:latin typeface="Times New Roman"/>
              <a:ea typeface="Times New Roman"/>
              <a:cs typeface="Times New Roman"/>
              <a:sym typeface="Times New Roman"/>
            </a:endParaRPr>
          </a:p>
        </p:txBody>
      </p:sp>
      <p:sp>
        <p:nvSpPr>
          <p:cNvPr id="163" name="Google Shape;163;p1"/>
          <p:cNvSpPr txBox="1"/>
          <p:nvPr/>
        </p:nvSpPr>
        <p:spPr>
          <a:xfrm>
            <a:off x="12020239" y="6582680"/>
            <a:ext cx="9545807" cy="5814380"/>
          </a:xfrm>
          <a:prstGeom prst="rect">
            <a:avLst/>
          </a:prstGeom>
          <a:noFill/>
          <a:ln>
            <a:noFill/>
          </a:ln>
        </p:spPr>
        <p:txBody>
          <a:bodyPr anchorCtr="0" anchor="t" bIns="406375" lIns="406375" spcFirstLastPara="1" rIns="406375" wrap="square" tIns="406375">
            <a:spAutoFit/>
          </a:bodyPr>
          <a:lstStyle/>
          <a:p>
            <a:pPr indent="0" lvl="0" marL="0" marR="0" rtl="0" algn="l">
              <a:spcBef>
                <a:spcPts val="0"/>
              </a:spcBef>
              <a:spcAft>
                <a:spcPts val="0"/>
              </a:spcAft>
              <a:buNone/>
            </a:pPr>
            <a:r>
              <a:rPr b="0" i="0" lang="en-US" sz="2950" u="none" cap="none" strike="noStrike">
                <a:solidFill>
                  <a:schemeClr val="dk1"/>
                </a:solidFill>
                <a:latin typeface="Times New Roman"/>
                <a:ea typeface="Times New Roman"/>
                <a:cs typeface="Times New Roman"/>
                <a:sym typeface="Times New Roman"/>
              </a:rPr>
              <a:t>We analysed the three main datasets that drive the system before fine-tuning any models. For </a:t>
            </a:r>
            <a:r>
              <a:rPr b="1" i="0" lang="en-US" sz="2950" u="none" cap="none" strike="noStrike">
                <a:solidFill>
                  <a:schemeClr val="dk1"/>
                </a:solidFill>
                <a:latin typeface="Times New Roman"/>
                <a:ea typeface="Times New Roman"/>
                <a:cs typeface="Times New Roman"/>
                <a:sym typeface="Times New Roman"/>
              </a:rPr>
              <a:t>ScienceQA</a:t>
            </a:r>
            <a:r>
              <a:rPr b="0" i="0" lang="en-US" sz="2950" u="none" cap="none" strike="noStrike">
                <a:solidFill>
                  <a:schemeClr val="dk1"/>
                </a:solidFill>
                <a:latin typeface="Times New Roman"/>
                <a:ea typeface="Times New Roman"/>
                <a:cs typeface="Times New Roman"/>
                <a:sym typeface="Times New Roman"/>
              </a:rPr>
              <a:t>, the report examines how questions are distributed across subjects (natural, social, and language science) and how many items include text context, image context, or both. Length statistics for questions, lectures, and explanations were computed to understand typical sequence sizes. These analyses informed tokenizer settings and maximum input lengths for Qwen VLM, ensuring that multimodal questions with diagrams and explanatory text could be processed without excessive truncation.</a:t>
            </a:r>
            <a:endParaRPr b="0" i="0" sz="2850" u="none" cap="none" strike="noStrike">
              <a:solidFill>
                <a:schemeClr val="dk1"/>
              </a:solidFill>
              <a:latin typeface="Times New Roman"/>
              <a:ea typeface="Times New Roman"/>
              <a:cs typeface="Times New Roman"/>
              <a:sym typeface="Times New Roman"/>
            </a:endParaRPr>
          </a:p>
        </p:txBody>
      </p:sp>
      <p:sp>
        <p:nvSpPr>
          <p:cNvPr id="164" name="Google Shape;164;p1"/>
          <p:cNvSpPr txBox="1"/>
          <p:nvPr/>
        </p:nvSpPr>
        <p:spPr>
          <a:xfrm>
            <a:off x="729564" y="25161200"/>
            <a:ext cx="9962563" cy="7345568"/>
          </a:xfrm>
          <a:prstGeom prst="rect">
            <a:avLst/>
          </a:prstGeom>
          <a:noFill/>
          <a:ln>
            <a:noFill/>
          </a:ln>
        </p:spPr>
        <p:txBody>
          <a:bodyPr anchorCtr="0" anchor="t" bIns="406375" lIns="406375" spcFirstLastPara="1" rIns="406375" wrap="square" tIns="406375">
            <a:spAutoFit/>
          </a:bodyPr>
          <a:lstStyle/>
          <a:p>
            <a:pPr indent="-457200" lvl="0" marL="457200" marR="0" rtl="0" algn="l">
              <a:spcBef>
                <a:spcPts val="0"/>
              </a:spcBef>
              <a:spcAft>
                <a:spcPts val="0"/>
              </a:spcAft>
              <a:buClr>
                <a:srgbClr val="000000"/>
              </a:buClr>
              <a:buSzPts val="2800"/>
              <a:buFont typeface="Arial"/>
              <a:buChar char="•"/>
            </a:pPr>
            <a:r>
              <a:rPr b="0" i="0" lang="en-US" sz="2800" u="none" cap="none" strike="noStrike">
                <a:solidFill>
                  <a:srgbClr val="000000"/>
                </a:solidFill>
                <a:latin typeface="Times New Roman"/>
                <a:ea typeface="Times New Roman"/>
                <a:cs typeface="Times New Roman"/>
                <a:sym typeface="Times New Roman"/>
              </a:rPr>
              <a:t>Built and validated training pipelines for Qwen VLM, T5-small, and MusicGen-small using prepared ScienceQA, arXiv, and music datasets.</a:t>
            </a:r>
            <a:endParaRPr/>
          </a:p>
          <a:p>
            <a:pPr indent="-457200" lvl="0" marL="457200" marR="0" rtl="0" algn="l">
              <a:spcBef>
                <a:spcPts val="2400"/>
              </a:spcBef>
              <a:spcAft>
                <a:spcPts val="0"/>
              </a:spcAft>
              <a:buClr>
                <a:srgbClr val="000000"/>
              </a:buClr>
              <a:buSzPts val="2800"/>
              <a:buFont typeface="Arial"/>
              <a:buChar char="•"/>
            </a:pPr>
            <a:r>
              <a:rPr b="0" i="0" lang="en-US" sz="2800" u="none" cap="none" strike="noStrike">
                <a:solidFill>
                  <a:srgbClr val="000000"/>
                </a:solidFill>
                <a:latin typeface="Times New Roman"/>
                <a:ea typeface="Times New Roman"/>
                <a:cs typeface="Times New Roman"/>
                <a:sym typeface="Times New Roman"/>
              </a:rPr>
              <a:t>Ran repeated fine-tuning experiments, adjusting learning rates, batch sizes, and generation settings, and selecting configurations based on validation metrics and qualitative outputs.</a:t>
            </a:r>
            <a:endParaRPr b="0" i="0" sz="2850" u="none" cap="none" strike="noStrike">
              <a:solidFill>
                <a:srgbClr val="000000"/>
              </a:solidFill>
              <a:latin typeface="Times New Roman"/>
              <a:ea typeface="Times New Roman"/>
              <a:cs typeface="Times New Roman"/>
              <a:sym typeface="Times New Roman"/>
            </a:endParaRPr>
          </a:p>
          <a:p>
            <a:pPr indent="-457200" lvl="0" marL="457200" marR="0" rtl="0" algn="l">
              <a:spcBef>
                <a:spcPts val="2400"/>
              </a:spcBef>
              <a:spcAft>
                <a:spcPts val="0"/>
              </a:spcAft>
              <a:buClr>
                <a:srgbClr val="000000"/>
              </a:buClr>
              <a:buSzPts val="2800"/>
              <a:buFont typeface="Arial"/>
              <a:buChar char="•"/>
            </a:pPr>
            <a:r>
              <a:rPr b="0" i="0" lang="en-US" sz="2800" u="none" cap="none" strike="noStrike">
                <a:solidFill>
                  <a:srgbClr val="000000"/>
                </a:solidFill>
                <a:latin typeface="Times New Roman"/>
                <a:ea typeface="Times New Roman"/>
                <a:cs typeface="Times New Roman"/>
                <a:sym typeface="Times New Roman"/>
              </a:rPr>
              <a:t>Wrapped each model behind a backend service and added a controller to route requests for image generation, music generation, multimodal QA, and summarization.</a:t>
            </a:r>
            <a:endParaRPr/>
          </a:p>
          <a:p>
            <a:pPr indent="-457200" lvl="0" marL="457200" marR="0" rtl="0" algn="l">
              <a:spcBef>
                <a:spcPts val="2400"/>
              </a:spcBef>
              <a:spcAft>
                <a:spcPts val="0"/>
              </a:spcAft>
              <a:buClr>
                <a:srgbClr val="000000"/>
              </a:buClr>
              <a:buSzPts val="2800"/>
              <a:buFont typeface="Arial"/>
              <a:buChar char="•"/>
            </a:pPr>
            <a:r>
              <a:rPr b="0" i="0" lang="en-US" sz="2800" u="none" cap="none" strike="noStrike">
                <a:solidFill>
                  <a:srgbClr val="000000"/>
                </a:solidFill>
                <a:latin typeface="Times New Roman"/>
                <a:ea typeface="Times New Roman"/>
                <a:cs typeface="Times New Roman"/>
                <a:sym typeface="Times New Roman"/>
              </a:rPr>
              <a:t>Implemented </a:t>
            </a:r>
            <a:r>
              <a:rPr b="1" i="0" lang="en-US" sz="2800" u="none" cap="none" strike="noStrike">
                <a:solidFill>
                  <a:srgbClr val="000000"/>
                </a:solidFill>
                <a:latin typeface="Times New Roman"/>
                <a:ea typeface="Times New Roman"/>
                <a:cs typeface="Times New Roman"/>
                <a:sym typeface="Times New Roman"/>
              </a:rPr>
              <a:t>vertical slices</a:t>
            </a:r>
            <a:r>
              <a:rPr b="0" i="0" lang="en-US" sz="2800" u="none" cap="none" strike="noStrike">
                <a:solidFill>
                  <a:srgbClr val="000000"/>
                </a:solidFill>
                <a:latin typeface="Times New Roman"/>
                <a:ea typeface="Times New Roman"/>
                <a:cs typeface="Times New Roman"/>
                <a:sym typeface="Times New Roman"/>
              </a:rPr>
              <a:t> from UI → backend → model → output, then refined both models and interface based on end-to-end testing.</a:t>
            </a:r>
            <a:endParaRPr/>
          </a:p>
        </p:txBody>
      </p:sp>
      <p:sp>
        <p:nvSpPr>
          <p:cNvPr id="165" name="Google Shape;165;p1"/>
          <p:cNvSpPr txBox="1"/>
          <p:nvPr/>
        </p:nvSpPr>
        <p:spPr>
          <a:xfrm>
            <a:off x="22792361" y="28381797"/>
            <a:ext cx="9122122" cy="3544528"/>
          </a:xfrm>
          <a:prstGeom prst="rect">
            <a:avLst/>
          </a:prstGeom>
          <a:noFill/>
          <a:ln>
            <a:noFill/>
          </a:ln>
        </p:spPr>
        <p:txBody>
          <a:bodyPr anchorCtr="0" anchor="t" bIns="406375" lIns="406375" spcFirstLastPara="1" rIns="406375" wrap="square" tIns="406375">
            <a:spAutoFit/>
          </a:bodyPr>
          <a:lstStyle/>
          <a:p>
            <a:pPr indent="0" lvl="0" marL="0" marR="0" rtl="0" algn="l">
              <a:spcBef>
                <a:spcPts val="0"/>
              </a:spcBef>
              <a:spcAft>
                <a:spcPts val="0"/>
              </a:spcAft>
              <a:buNone/>
            </a:pPr>
            <a:r>
              <a:rPr b="0" i="0" lang="en-US" sz="2950" u="none" cap="none" strike="noStrike">
                <a:solidFill>
                  <a:schemeClr val="dk1"/>
                </a:solidFill>
                <a:latin typeface="Times New Roman"/>
                <a:ea typeface="Times New Roman"/>
                <a:cs typeface="Times New Roman"/>
                <a:sym typeface="Times New Roman"/>
              </a:rPr>
              <a:t>Taken together, these analyses and results show that carefully chosen datasets plus targeted fine-tuning lead to measurable gains over base models, and that the integrated system can handle realistic multimodal inputs for social media content creation and science learning.</a:t>
            </a:r>
            <a:endParaRPr b="0" i="0" sz="2850" u="none" cap="none" strike="noStrike">
              <a:solidFill>
                <a:schemeClr val="dk1"/>
              </a:solidFill>
              <a:latin typeface="Times New Roman"/>
              <a:ea typeface="Times New Roman"/>
              <a:cs typeface="Times New Roman"/>
              <a:sym typeface="Times New Roman"/>
            </a:endParaRPr>
          </a:p>
        </p:txBody>
      </p:sp>
      <p:sp>
        <p:nvSpPr>
          <p:cNvPr id="166" name="Google Shape;166;p1"/>
          <p:cNvSpPr/>
          <p:nvPr/>
        </p:nvSpPr>
        <p:spPr>
          <a:xfrm>
            <a:off x="294218" y="674666"/>
            <a:ext cx="10373784" cy="1854673"/>
          </a:xfrm>
          <a:prstGeom prst="rect">
            <a:avLst/>
          </a:prstGeom>
          <a:noFill/>
          <a:ln>
            <a:noFill/>
          </a:ln>
        </p:spPr>
        <p:txBody>
          <a:bodyPr anchorCtr="0" anchor="t" bIns="40525" lIns="81100" spcFirstLastPara="1" rIns="81100" wrap="square" tIns="40525">
            <a:spAutoFit/>
          </a:bodyPr>
          <a:lstStyle/>
          <a:p>
            <a:pPr indent="0" lvl="0" marL="0" marR="0" rtl="0" algn="ctr">
              <a:spcBef>
                <a:spcPts val="0"/>
              </a:spcBef>
              <a:spcAft>
                <a:spcPts val="0"/>
              </a:spcAft>
              <a:buNone/>
            </a:pPr>
            <a:r>
              <a:rPr b="1" i="0" lang="en-US" sz="5750" u="none" cap="none" strike="noStrike">
                <a:solidFill>
                  <a:srgbClr val="FFFFFF"/>
                </a:solidFill>
                <a:latin typeface="Times New Roman"/>
                <a:ea typeface="Times New Roman"/>
                <a:cs typeface="Times New Roman"/>
                <a:sym typeface="Times New Roman"/>
              </a:rPr>
              <a:t>Applied Data Science Department</a:t>
            </a:r>
            <a:endParaRPr/>
          </a:p>
        </p:txBody>
      </p:sp>
      <p:sp>
        <p:nvSpPr>
          <p:cNvPr id="167" name="Google Shape;167;p1"/>
          <p:cNvSpPr/>
          <p:nvPr/>
        </p:nvSpPr>
        <p:spPr>
          <a:xfrm>
            <a:off x="33077151" y="674666"/>
            <a:ext cx="9975849" cy="3959865"/>
          </a:xfrm>
          <a:prstGeom prst="rect">
            <a:avLst/>
          </a:prstGeom>
          <a:noFill/>
          <a:ln>
            <a:noFill/>
          </a:ln>
        </p:spPr>
        <p:txBody>
          <a:bodyPr anchorCtr="0" anchor="t" bIns="40525" lIns="81100" spcFirstLastPara="1" rIns="81100" wrap="square" tIns="40525">
            <a:spAutoFit/>
          </a:bodyPr>
          <a:lstStyle/>
          <a:p>
            <a:pPr indent="0" lvl="0" marL="0" marR="0" rtl="0" algn="l">
              <a:spcBef>
                <a:spcPts val="0"/>
              </a:spcBef>
              <a:spcAft>
                <a:spcPts val="0"/>
              </a:spcAft>
              <a:buNone/>
            </a:pPr>
            <a:r>
              <a:rPr b="1" i="0" lang="en-US" sz="3600" u="none" cap="none" strike="noStrike">
                <a:solidFill>
                  <a:srgbClr val="FFFFFF"/>
                </a:solidFill>
                <a:latin typeface="Times New Roman"/>
                <a:ea typeface="Times New Roman"/>
                <a:cs typeface="Times New Roman"/>
                <a:sym typeface="Times New Roman"/>
              </a:rPr>
              <a:t>Bashaarat Nawaz Mohammad </a:t>
            </a:r>
            <a:endParaRPr b="0" i="0" sz="2850" u="none" cap="none" strike="noStrike">
              <a:solidFill>
                <a:srgbClr val="FFFFFF"/>
              </a:solidFill>
              <a:latin typeface="Times New Roman"/>
              <a:ea typeface="Times New Roman"/>
              <a:cs typeface="Times New Roman"/>
              <a:sym typeface="Times New Roman"/>
            </a:endParaRPr>
          </a:p>
          <a:p>
            <a:pPr indent="0" lvl="0" marL="0" marR="0" rtl="0" algn="l">
              <a:spcBef>
                <a:spcPts val="0"/>
              </a:spcBef>
              <a:spcAft>
                <a:spcPts val="0"/>
              </a:spcAft>
              <a:buNone/>
            </a:pPr>
            <a:r>
              <a:rPr b="1" i="0" lang="en-US" sz="3600" u="none" cap="none" strike="noStrike">
                <a:solidFill>
                  <a:srgbClr val="FFFFFF"/>
                </a:solidFill>
                <a:latin typeface="Times New Roman"/>
                <a:ea typeface="Times New Roman"/>
                <a:cs typeface="Times New Roman"/>
                <a:sym typeface="Times New Roman"/>
              </a:rPr>
              <a:t>Dilip Kumar Kasina</a:t>
            </a:r>
            <a:endParaRPr/>
          </a:p>
          <a:p>
            <a:pPr indent="0" lvl="0" marL="0" marR="0" rtl="0" algn="l">
              <a:spcBef>
                <a:spcPts val="0"/>
              </a:spcBef>
              <a:spcAft>
                <a:spcPts val="0"/>
              </a:spcAft>
              <a:buNone/>
            </a:pPr>
            <a:r>
              <a:rPr b="1" i="0" lang="en-US" sz="3600" u="none" cap="none" strike="noStrike">
                <a:solidFill>
                  <a:srgbClr val="FFFFFF"/>
                </a:solidFill>
                <a:latin typeface="Times New Roman"/>
                <a:ea typeface="Times New Roman"/>
                <a:cs typeface="Times New Roman"/>
                <a:sym typeface="Times New Roman"/>
              </a:rPr>
              <a:t>Soumiya Rao Thada</a:t>
            </a:r>
            <a:endParaRPr/>
          </a:p>
          <a:p>
            <a:pPr indent="0" lvl="0" marL="0" marR="0" rtl="0" algn="l">
              <a:spcBef>
                <a:spcPts val="0"/>
              </a:spcBef>
              <a:spcAft>
                <a:spcPts val="0"/>
              </a:spcAft>
              <a:buNone/>
            </a:pPr>
            <a:r>
              <a:rPr b="1" i="0" lang="en-US" sz="3600" u="none" cap="none" strike="noStrike">
                <a:solidFill>
                  <a:srgbClr val="FFFFFF"/>
                </a:solidFill>
                <a:latin typeface="Times New Roman"/>
                <a:ea typeface="Times New Roman"/>
                <a:cs typeface="Times New Roman"/>
                <a:sym typeface="Times New Roman"/>
              </a:rPr>
              <a:t>Vaishnavi Samboji</a:t>
            </a:r>
            <a:endParaRPr b="1" i="0" sz="3600" u="none" cap="none" strike="noStrike">
              <a:solidFill>
                <a:srgbClr val="FFFFFF"/>
              </a:solidFill>
              <a:latin typeface="Times New Roman"/>
              <a:ea typeface="Times New Roman"/>
              <a:cs typeface="Times New Roman"/>
              <a:sym typeface="Times New Roman"/>
            </a:endParaRPr>
          </a:p>
          <a:p>
            <a:pPr indent="0" lvl="0" marL="0" marR="0" rtl="0" algn="l">
              <a:spcBef>
                <a:spcPts val="0"/>
              </a:spcBef>
              <a:spcAft>
                <a:spcPts val="0"/>
              </a:spcAft>
              <a:buNone/>
            </a:pPr>
            <a:r>
              <a:rPr b="1" i="0" lang="en-US" sz="3600" u="none" cap="none" strike="noStrike">
                <a:solidFill>
                  <a:srgbClr val="FFFFFF"/>
                </a:solidFill>
                <a:latin typeface="Times New Roman"/>
                <a:ea typeface="Times New Roman"/>
                <a:cs typeface="Times New Roman"/>
                <a:sym typeface="Times New Roman"/>
              </a:rPr>
              <a:t>Venkata Kiran Reddy Kotha </a:t>
            </a:r>
            <a:br>
              <a:rPr b="1" i="0" lang="en-US" sz="3600" u="none" cap="none" strike="noStrike">
                <a:solidFill>
                  <a:srgbClr val="FFFFFF"/>
                </a:solidFill>
                <a:latin typeface="Times New Roman"/>
                <a:ea typeface="Times New Roman"/>
                <a:cs typeface="Times New Roman"/>
                <a:sym typeface="Times New Roman"/>
              </a:rPr>
            </a:br>
            <a:r>
              <a:rPr b="1" i="0" lang="en-US" sz="3600" u="none" cap="none" strike="noStrike">
                <a:solidFill>
                  <a:srgbClr val="FFFFFF"/>
                </a:solidFill>
                <a:latin typeface="Times New Roman"/>
                <a:ea typeface="Times New Roman"/>
                <a:cs typeface="Times New Roman"/>
                <a:sym typeface="Times New Roman"/>
              </a:rPr>
              <a:t>	</a:t>
            </a:r>
            <a:endParaRPr b="0" i="0" sz="2850" u="none" cap="none" strike="noStrike">
              <a:solidFill>
                <a:srgbClr val="FFFFFF"/>
              </a:solidFill>
              <a:latin typeface="Times New Roman"/>
              <a:ea typeface="Times New Roman"/>
              <a:cs typeface="Times New Roman"/>
              <a:sym typeface="Times New Roman"/>
            </a:endParaRPr>
          </a:p>
          <a:p>
            <a:pPr indent="0" lvl="0" marL="0" marR="0" rtl="0" algn="ctr">
              <a:spcBef>
                <a:spcPts val="0"/>
              </a:spcBef>
              <a:spcAft>
                <a:spcPts val="0"/>
              </a:spcAft>
              <a:buNone/>
            </a:pPr>
            <a:r>
              <a:t/>
            </a:r>
            <a:endParaRPr b="1" i="0" sz="3600" u="none" cap="none" strike="noStrike">
              <a:solidFill>
                <a:srgbClr val="FFFFFF"/>
              </a:solidFill>
              <a:latin typeface="Times New Roman"/>
              <a:ea typeface="Times New Roman"/>
              <a:cs typeface="Times New Roman"/>
              <a:sym typeface="Times New Roman"/>
            </a:endParaRPr>
          </a:p>
        </p:txBody>
      </p:sp>
      <p:sp>
        <p:nvSpPr>
          <p:cNvPr id="168" name="Google Shape;168;p1"/>
          <p:cNvSpPr txBox="1"/>
          <p:nvPr/>
        </p:nvSpPr>
        <p:spPr>
          <a:xfrm>
            <a:off x="698502" y="5671630"/>
            <a:ext cx="9969500" cy="525093"/>
          </a:xfrm>
          <a:prstGeom prst="rect">
            <a:avLst/>
          </a:prstGeom>
          <a:solidFill>
            <a:schemeClr val="accent2"/>
          </a:solidFill>
          <a:ln>
            <a:noFill/>
          </a:ln>
        </p:spPr>
        <p:txBody>
          <a:bodyPr anchorCtr="0" anchor="t" bIns="40550" lIns="81100" spcFirstLastPara="1" rIns="81100" wrap="square" tIns="40550">
            <a:spAutoFit/>
          </a:bodyPr>
          <a:lstStyle/>
          <a:p>
            <a:pPr indent="0" lvl="0" marL="0" marR="0" rtl="0" algn="ctr">
              <a:spcBef>
                <a:spcPts val="0"/>
              </a:spcBef>
              <a:spcAft>
                <a:spcPts val="0"/>
              </a:spcAft>
              <a:buNone/>
            </a:pPr>
            <a:r>
              <a:rPr b="1" i="0" lang="en-US" sz="2850" u="none" cap="none" strike="noStrike">
                <a:solidFill>
                  <a:srgbClr val="FFFFFF"/>
                </a:solidFill>
                <a:latin typeface="Times New Roman"/>
                <a:ea typeface="Times New Roman"/>
                <a:cs typeface="Times New Roman"/>
                <a:sym typeface="Times New Roman"/>
              </a:rPr>
              <a:t>Introduction</a:t>
            </a:r>
            <a:endParaRPr/>
          </a:p>
        </p:txBody>
      </p:sp>
      <p:sp>
        <p:nvSpPr>
          <p:cNvPr id="169" name="Google Shape;169;p1"/>
          <p:cNvSpPr txBox="1"/>
          <p:nvPr/>
        </p:nvSpPr>
        <p:spPr>
          <a:xfrm>
            <a:off x="33077152" y="5676327"/>
            <a:ext cx="9975849" cy="525094"/>
          </a:xfrm>
          <a:prstGeom prst="rect">
            <a:avLst/>
          </a:prstGeom>
          <a:solidFill>
            <a:schemeClr val="accent2"/>
          </a:solidFill>
          <a:ln>
            <a:noFill/>
          </a:ln>
        </p:spPr>
        <p:txBody>
          <a:bodyPr anchorCtr="0" anchor="t" bIns="40550" lIns="81100" spcFirstLastPara="1" rIns="81100" wrap="square" tIns="40550">
            <a:spAutoFit/>
          </a:bodyPr>
          <a:lstStyle/>
          <a:p>
            <a:pPr indent="0" lvl="0" marL="0" marR="0" rtl="0" algn="ctr">
              <a:spcBef>
                <a:spcPts val="0"/>
              </a:spcBef>
              <a:spcAft>
                <a:spcPts val="0"/>
              </a:spcAft>
              <a:buNone/>
            </a:pPr>
            <a:r>
              <a:rPr b="1" i="0" lang="en-US" sz="2850" u="none" cap="none" strike="noStrike">
                <a:solidFill>
                  <a:srgbClr val="FFFFFF"/>
                </a:solidFill>
                <a:latin typeface="Times New Roman"/>
                <a:ea typeface="Times New Roman"/>
                <a:cs typeface="Times New Roman"/>
                <a:sym typeface="Times New Roman"/>
              </a:rPr>
              <a:t>User Interface</a:t>
            </a:r>
            <a:endParaRPr/>
          </a:p>
        </p:txBody>
      </p:sp>
      <p:pic>
        <p:nvPicPr>
          <p:cNvPr descr="A graph of a distribution of a number of questions&#10;&#10;AI-generated content may be incorrect." id="170" name="Google Shape;170;p1"/>
          <p:cNvPicPr preferRelativeResize="0"/>
          <p:nvPr/>
        </p:nvPicPr>
        <p:blipFill rotWithShape="1">
          <a:blip r:embed="rId3">
            <a:alphaModFix/>
          </a:blip>
          <a:srcRect b="0" l="0" r="0" t="0"/>
          <a:stretch/>
        </p:blipFill>
        <p:spPr>
          <a:xfrm>
            <a:off x="12586773" y="12221399"/>
            <a:ext cx="7942563" cy="5387288"/>
          </a:xfrm>
          <a:prstGeom prst="rect">
            <a:avLst/>
          </a:prstGeom>
          <a:noFill/>
          <a:ln>
            <a:noFill/>
          </a:ln>
        </p:spPr>
      </p:pic>
      <p:sp>
        <p:nvSpPr>
          <p:cNvPr id="171" name="Google Shape;171;p1"/>
          <p:cNvSpPr txBox="1"/>
          <p:nvPr/>
        </p:nvSpPr>
        <p:spPr>
          <a:xfrm>
            <a:off x="12020238" y="17621383"/>
            <a:ext cx="9545807" cy="4906439"/>
          </a:xfrm>
          <a:prstGeom prst="rect">
            <a:avLst/>
          </a:prstGeom>
          <a:noFill/>
          <a:ln>
            <a:noFill/>
          </a:ln>
        </p:spPr>
        <p:txBody>
          <a:bodyPr anchorCtr="0" anchor="t" bIns="406375" lIns="406375" spcFirstLastPara="1" rIns="406375" wrap="square" tIns="406375">
            <a:spAutoFit/>
          </a:bodyPr>
          <a:lstStyle/>
          <a:p>
            <a:pPr indent="0" lvl="0" marL="0" marR="0" rtl="0" algn="l">
              <a:spcBef>
                <a:spcPts val="0"/>
              </a:spcBef>
              <a:spcAft>
                <a:spcPts val="0"/>
              </a:spcAft>
              <a:buNone/>
            </a:pPr>
            <a:r>
              <a:rPr b="0" i="0" lang="en-US" sz="2950" u="none" cap="none" strike="noStrike">
                <a:solidFill>
                  <a:schemeClr val="dk1"/>
                </a:solidFill>
                <a:latin typeface="Times New Roman"/>
                <a:ea typeface="Times New Roman"/>
                <a:cs typeface="Times New Roman"/>
                <a:sym typeface="Times New Roman"/>
              </a:rPr>
              <a:t>For the </a:t>
            </a:r>
            <a:r>
              <a:rPr b="1" i="0" lang="en-US" sz="2950" u="none" cap="none" strike="noStrike">
                <a:solidFill>
                  <a:schemeClr val="dk1"/>
                </a:solidFill>
                <a:latin typeface="Times New Roman"/>
                <a:ea typeface="Times New Roman"/>
                <a:cs typeface="Times New Roman"/>
                <a:sym typeface="Times New Roman"/>
              </a:rPr>
              <a:t>arXiv summarization corpus</a:t>
            </a:r>
            <a:r>
              <a:rPr b="0" i="0" lang="en-US" sz="2950" u="none" cap="none" strike="noStrike">
                <a:solidFill>
                  <a:schemeClr val="dk1"/>
                </a:solidFill>
                <a:latin typeface="Times New Roman"/>
                <a:ea typeface="Times New Roman"/>
                <a:cs typeface="Times New Roman"/>
                <a:sym typeface="Times New Roman"/>
              </a:rPr>
              <a:t>, the report compares article and summary lengths and looks at the ratio between them. Histograms show that articles are substantially longer than their corresponding abstracts, confirming that the task requires strong compression while preserving key information. Token-length plots for inputs and outputs guided choices of encoder and decoder limits for T5-small, balancing coverage of long research sections against GPU memory constraints.</a:t>
            </a:r>
            <a:endParaRPr b="0" i="0" sz="2850" u="none" cap="none" strike="noStrike">
              <a:solidFill>
                <a:schemeClr val="dk1"/>
              </a:solidFill>
              <a:latin typeface="Times New Roman"/>
              <a:ea typeface="Times New Roman"/>
              <a:cs typeface="Times New Roman"/>
              <a:sym typeface="Times New Roman"/>
            </a:endParaRPr>
          </a:p>
        </p:txBody>
      </p:sp>
      <p:pic>
        <p:nvPicPr>
          <p:cNvPr descr="A close up of words&#10;&#10;AI-generated content may be incorrect." id="172" name="Google Shape;172;p1"/>
          <p:cNvPicPr preferRelativeResize="0"/>
          <p:nvPr/>
        </p:nvPicPr>
        <p:blipFill rotWithShape="1">
          <a:blip r:embed="rId4">
            <a:alphaModFix/>
          </a:blip>
          <a:srcRect b="0" l="0" r="0" t="0"/>
          <a:stretch/>
        </p:blipFill>
        <p:spPr>
          <a:xfrm>
            <a:off x="12805785" y="22509580"/>
            <a:ext cx="7543800" cy="4781550"/>
          </a:xfrm>
          <a:prstGeom prst="rect">
            <a:avLst/>
          </a:prstGeom>
          <a:noFill/>
          <a:ln>
            <a:noFill/>
          </a:ln>
        </p:spPr>
      </p:pic>
      <p:sp>
        <p:nvSpPr>
          <p:cNvPr id="173" name="Google Shape;173;p1"/>
          <p:cNvSpPr txBox="1"/>
          <p:nvPr/>
        </p:nvSpPr>
        <p:spPr>
          <a:xfrm>
            <a:off x="12020237" y="27530275"/>
            <a:ext cx="9545807" cy="3998498"/>
          </a:xfrm>
          <a:prstGeom prst="rect">
            <a:avLst/>
          </a:prstGeom>
          <a:noFill/>
          <a:ln>
            <a:noFill/>
          </a:ln>
        </p:spPr>
        <p:txBody>
          <a:bodyPr anchorCtr="0" anchor="t" bIns="406375" lIns="406375" spcFirstLastPara="1" rIns="406375" wrap="square" tIns="406375">
            <a:spAutoFit/>
          </a:bodyPr>
          <a:lstStyle/>
          <a:p>
            <a:pPr indent="0" lvl="0" marL="0" marR="0" rtl="0" algn="l">
              <a:spcBef>
                <a:spcPts val="0"/>
              </a:spcBef>
              <a:spcAft>
                <a:spcPts val="0"/>
              </a:spcAft>
              <a:buNone/>
            </a:pPr>
            <a:r>
              <a:rPr b="0" i="0" lang="en-US" sz="2950" u="none" cap="none" strike="noStrike">
                <a:solidFill>
                  <a:schemeClr val="dk1"/>
                </a:solidFill>
                <a:latin typeface="Times New Roman"/>
                <a:ea typeface="Times New Roman"/>
                <a:cs typeface="Times New Roman"/>
                <a:sym typeface="Times New Roman"/>
              </a:rPr>
              <a:t>For the </a:t>
            </a:r>
            <a:r>
              <a:rPr b="1" i="0" lang="en-US" sz="2950" u="none" cap="none" strike="noStrike">
                <a:solidFill>
                  <a:schemeClr val="dk1"/>
                </a:solidFill>
                <a:latin typeface="Times New Roman"/>
                <a:ea typeface="Times New Roman"/>
                <a:cs typeface="Times New Roman"/>
                <a:sym typeface="Times New Roman"/>
              </a:rPr>
              <a:t>music dataset</a:t>
            </a:r>
            <a:r>
              <a:rPr b="0" i="0" lang="en-US" sz="2950" u="none" cap="none" strike="noStrike">
                <a:solidFill>
                  <a:schemeClr val="dk1"/>
                </a:solidFill>
                <a:latin typeface="Times New Roman"/>
                <a:ea typeface="Times New Roman"/>
                <a:cs typeface="Times New Roman"/>
                <a:sym typeface="Times New Roman"/>
              </a:rPr>
              <a:t>, based on GTZAN-style clips, the report summarizes the number of examples per genre and explores basic audio characteristics such as duration and time–frequency structure. Genre distribution plots and mel-spectrogram visualizations provide intuition about the diversity of training material that MusicGen-small must learn to reproduce and adapt to text prompts.</a:t>
            </a:r>
            <a:endParaRPr b="0" i="0" sz="2850" u="none" cap="none" strike="noStrike">
              <a:solidFill>
                <a:schemeClr val="dk1"/>
              </a:solidFill>
              <a:latin typeface="Times New Roman"/>
              <a:ea typeface="Times New Roman"/>
              <a:cs typeface="Times New Roman"/>
              <a:sym typeface="Times New Roman"/>
            </a:endParaRPr>
          </a:p>
        </p:txBody>
      </p:sp>
      <p:pic>
        <p:nvPicPr>
          <p:cNvPr descr="A bar graph with numbers and text&#10;&#10;AI-generated content may be incorrect." id="174" name="Google Shape;174;p1"/>
          <p:cNvPicPr preferRelativeResize="0"/>
          <p:nvPr/>
        </p:nvPicPr>
        <p:blipFill rotWithShape="1">
          <a:blip r:embed="rId5">
            <a:alphaModFix/>
          </a:blip>
          <a:srcRect b="0" l="0" r="0" t="0"/>
          <a:stretch/>
        </p:blipFill>
        <p:spPr>
          <a:xfrm>
            <a:off x="22947926" y="6389512"/>
            <a:ext cx="8875685" cy="4281756"/>
          </a:xfrm>
          <a:prstGeom prst="rect">
            <a:avLst/>
          </a:prstGeom>
          <a:noFill/>
          <a:ln>
            <a:noFill/>
          </a:ln>
        </p:spPr>
      </p:pic>
      <p:sp>
        <p:nvSpPr>
          <p:cNvPr id="175" name="Google Shape;175;p1"/>
          <p:cNvSpPr txBox="1"/>
          <p:nvPr/>
        </p:nvSpPr>
        <p:spPr>
          <a:xfrm>
            <a:off x="22880902" y="10392759"/>
            <a:ext cx="9249247" cy="9900114"/>
          </a:xfrm>
          <a:prstGeom prst="rect">
            <a:avLst/>
          </a:prstGeom>
          <a:noFill/>
          <a:ln>
            <a:noFill/>
          </a:ln>
        </p:spPr>
        <p:txBody>
          <a:bodyPr anchorCtr="0" anchor="t" bIns="406375" lIns="406375" spcFirstLastPara="1" rIns="406375" wrap="square" tIns="406375">
            <a:spAutoFit/>
          </a:bodyPr>
          <a:lstStyle/>
          <a:p>
            <a:pPr indent="0" lvl="0" marL="0" marR="0" rtl="0" algn="l">
              <a:spcBef>
                <a:spcPts val="0"/>
              </a:spcBef>
              <a:spcAft>
                <a:spcPts val="0"/>
              </a:spcAft>
              <a:buNone/>
            </a:pPr>
            <a:r>
              <a:rPr b="0" i="0" lang="en-US" sz="2950" u="none" cap="none" strike="noStrike">
                <a:solidFill>
                  <a:schemeClr val="dk1"/>
                </a:solidFill>
                <a:latin typeface="Times New Roman"/>
                <a:ea typeface="Times New Roman"/>
                <a:cs typeface="Times New Roman"/>
                <a:sym typeface="Times New Roman"/>
              </a:rPr>
              <a:t>Model evaluation compares base and fine-tuned versions of each component. Fine-tuned </a:t>
            </a:r>
            <a:r>
              <a:rPr b="1" i="0" lang="en-US" sz="2950" u="none" cap="none" strike="noStrike">
                <a:solidFill>
                  <a:schemeClr val="dk1"/>
                </a:solidFill>
                <a:latin typeface="Times New Roman"/>
                <a:ea typeface="Times New Roman"/>
                <a:cs typeface="Times New Roman"/>
                <a:sym typeface="Times New Roman"/>
              </a:rPr>
              <a:t>T5-small</a:t>
            </a:r>
            <a:r>
              <a:rPr b="0" i="0" lang="en-US" sz="2950" u="none" cap="none" strike="noStrike">
                <a:solidFill>
                  <a:schemeClr val="dk1"/>
                </a:solidFill>
                <a:latin typeface="Times New Roman"/>
                <a:ea typeface="Times New Roman"/>
                <a:cs typeface="Times New Roman"/>
                <a:sym typeface="Times New Roman"/>
              </a:rPr>
              <a:t> on the arXiv corpus improves all reported summarization metrics—ROUGE variants, BLEU, METEOR, BERTScore, FactCC, and perplexity—relative to the base model, and qualitative examples show that summaries become more focused and technically appropriate. For </a:t>
            </a:r>
            <a:r>
              <a:rPr b="1" i="0" lang="en-US" sz="2950" u="none" cap="none" strike="noStrike">
                <a:solidFill>
                  <a:schemeClr val="dk1"/>
                </a:solidFill>
                <a:latin typeface="Times New Roman"/>
                <a:ea typeface="Times New Roman"/>
                <a:cs typeface="Times New Roman"/>
                <a:sym typeface="Times New Roman"/>
              </a:rPr>
              <a:t>MusicGen-small</a:t>
            </a:r>
            <a:r>
              <a:rPr b="0" i="0" lang="en-US" sz="2950" u="none" cap="none" strike="noStrike">
                <a:solidFill>
                  <a:schemeClr val="dk1"/>
                </a:solidFill>
                <a:latin typeface="Times New Roman"/>
                <a:ea typeface="Times New Roman"/>
                <a:cs typeface="Times New Roman"/>
                <a:sym typeface="Times New Roman"/>
              </a:rPr>
              <a:t>, CLAP-guided fine-tuning yields better FAD_CLAP scores and higher CLAP text–audio similarity, indicating that generated clips align more closely with requested moods and genres. Fine-tuned </a:t>
            </a:r>
            <a:r>
              <a:rPr b="1" i="0" lang="en-US" sz="2950" u="none" cap="none" strike="noStrike">
                <a:solidFill>
                  <a:schemeClr val="dk1"/>
                </a:solidFill>
                <a:latin typeface="Times New Roman"/>
                <a:ea typeface="Times New Roman"/>
                <a:cs typeface="Times New Roman"/>
                <a:sym typeface="Times New Roman"/>
              </a:rPr>
              <a:t>Qwen VLM</a:t>
            </a:r>
            <a:r>
              <a:rPr b="0" i="0" lang="en-US" sz="2950" u="none" cap="none" strike="noStrike">
                <a:solidFill>
                  <a:schemeClr val="dk1"/>
                </a:solidFill>
                <a:latin typeface="Times New Roman"/>
                <a:ea typeface="Times New Roman"/>
                <a:cs typeface="Times New Roman"/>
                <a:sym typeface="Times New Roman"/>
              </a:rPr>
              <a:t> achieves higher answer accuracy on the ScienceQA evaluation split, especially for questions that combine text and diagrams, with qualitative examples illustrating more grounded reasoning over visual content. </a:t>
            </a:r>
            <a:r>
              <a:rPr b="1" i="0" lang="en-US" sz="2950" u="none" cap="none" strike="noStrike">
                <a:solidFill>
                  <a:schemeClr val="dk1"/>
                </a:solidFill>
                <a:latin typeface="Times New Roman"/>
                <a:ea typeface="Times New Roman"/>
                <a:cs typeface="Times New Roman"/>
                <a:sym typeface="Times New Roman"/>
              </a:rPr>
              <a:t>Stable Diffusion</a:t>
            </a:r>
            <a:r>
              <a:rPr b="0" i="0" lang="en-US" sz="2950" u="none" cap="none" strike="noStrike">
                <a:solidFill>
                  <a:schemeClr val="dk1"/>
                </a:solidFill>
                <a:latin typeface="Times New Roman"/>
                <a:ea typeface="Times New Roman"/>
                <a:cs typeface="Times New Roman"/>
                <a:sym typeface="Times New Roman"/>
              </a:rPr>
              <a:t> outputs, evaluated qualitatively in the report, produce relevant social-media thumbnails and educational illustrations for a range of prompts, demonstrating that the image component can support both domains.</a:t>
            </a:r>
            <a:endParaRPr b="0" i="0" sz="2850" u="none" cap="none" strike="noStrike">
              <a:solidFill>
                <a:schemeClr val="dk1"/>
              </a:solidFill>
              <a:latin typeface="Times New Roman"/>
              <a:ea typeface="Times New Roman"/>
              <a:cs typeface="Times New Roman"/>
              <a:sym typeface="Times New Roman"/>
            </a:endParaRPr>
          </a:p>
        </p:txBody>
      </p:sp>
      <p:pic>
        <p:nvPicPr>
          <p:cNvPr descr="A close-up of a graph&#10;&#10;AI-generated content may be incorrect." id="176" name="Google Shape;176;p1"/>
          <p:cNvPicPr preferRelativeResize="0"/>
          <p:nvPr/>
        </p:nvPicPr>
        <p:blipFill rotWithShape="1">
          <a:blip r:embed="rId6">
            <a:alphaModFix/>
          </a:blip>
          <a:srcRect b="0" l="0" r="0" t="0"/>
          <a:stretch/>
        </p:blipFill>
        <p:spPr>
          <a:xfrm>
            <a:off x="22788270" y="19836662"/>
            <a:ext cx="8889914" cy="4301695"/>
          </a:xfrm>
          <a:prstGeom prst="rect">
            <a:avLst/>
          </a:prstGeom>
          <a:noFill/>
          <a:ln>
            <a:noFill/>
          </a:ln>
        </p:spPr>
      </p:pic>
      <p:pic>
        <p:nvPicPr>
          <p:cNvPr descr="A screenshot of a computer&#10;&#10;AI-generated content may be incorrect." id="177" name="Google Shape;177;p1"/>
          <p:cNvPicPr preferRelativeResize="0"/>
          <p:nvPr/>
        </p:nvPicPr>
        <p:blipFill rotWithShape="1">
          <a:blip r:embed="rId7">
            <a:alphaModFix/>
          </a:blip>
          <a:srcRect b="0" l="0" r="0" t="0"/>
          <a:stretch/>
        </p:blipFill>
        <p:spPr>
          <a:xfrm>
            <a:off x="34137599" y="6480732"/>
            <a:ext cx="7842422" cy="5359486"/>
          </a:xfrm>
          <a:prstGeom prst="rect">
            <a:avLst/>
          </a:prstGeom>
          <a:noFill/>
          <a:ln>
            <a:noFill/>
          </a:ln>
        </p:spPr>
      </p:pic>
      <p:pic>
        <p:nvPicPr>
          <p:cNvPr id="178" name="Google Shape;178;p1"/>
          <p:cNvPicPr preferRelativeResize="0"/>
          <p:nvPr/>
        </p:nvPicPr>
        <p:blipFill rotWithShape="1">
          <a:blip r:embed="rId8">
            <a:alphaModFix/>
          </a:blip>
          <a:srcRect b="-3305" l="-1643" r="2230" t="-10754"/>
          <a:stretch/>
        </p:blipFill>
        <p:spPr>
          <a:xfrm>
            <a:off x="1516360" y="10851418"/>
            <a:ext cx="8055648" cy="1835174"/>
          </a:xfrm>
          <a:prstGeom prst="rect">
            <a:avLst/>
          </a:prstGeom>
          <a:noFill/>
          <a:ln>
            <a:noFill/>
          </a:ln>
        </p:spPr>
      </p:pic>
      <p:sp>
        <p:nvSpPr>
          <p:cNvPr id="179" name="Google Shape;179;p1"/>
          <p:cNvSpPr txBox="1"/>
          <p:nvPr/>
        </p:nvSpPr>
        <p:spPr>
          <a:xfrm>
            <a:off x="22792360" y="24126187"/>
            <a:ext cx="9038679" cy="5360409"/>
          </a:xfrm>
          <a:prstGeom prst="rect">
            <a:avLst/>
          </a:prstGeom>
          <a:noFill/>
          <a:ln>
            <a:noFill/>
          </a:ln>
        </p:spPr>
        <p:txBody>
          <a:bodyPr anchorCtr="0" anchor="t" bIns="406375" lIns="406375" spcFirstLastPara="1" rIns="406375" wrap="square" tIns="406375">
            <a:spAutoFit/>
          </a:bodyPr>
          <a:lstStyle/>
          <a:p>
            <a:pPr indent="0" lvl="0" marL="0" marR="0" rtl="0" algn="l">
              <a:spcBef>
                <a:spcPts val="0"/>
              </a:spcBef>
              <a:spcAft>
                <a:spcPts val="0"/>
              </a:spcAft>
              <a:buNone/>
            </a:pPr>
            <a:r>
              <a:rPr b="0" i="0" lang="en-US" sz="2950" u="none" cap="none" strike="noStrike">
                <a:solidFill>
                  <a:schemeClr val="dk1"/>
                </a:solidFill>
                <a:latin typeface="Times New Roman"/>
                <a:ea typeface="Times New Roman"/>
                <a:cs typeface="Times New Roman"/>
                <a:sym typeface="Times New Roman"/>
              </a:rPr>
              <a:t>Fine-tuning Qwen2-VL on ScienceQA raised accuracy from about 65% to ≈67–68%, with bigger gains on image+text questions. For T5-small on arXiv, ROUGE-1 improved 0.22 → ≈0.28, ROUGE-2 0.056 → ≈0.083, BLEU 0.0023 → 0.0096, and perplexity 7.63 → 1.52. CLAP-guided MusicGen-small reduced FAD_CLAP ≈0.97 → ≈0.91 and achieved the strongest text–audio alignment among the tested music models.</a:t>
            </a:r>
            <a:endParaRPr b="0" i="0" sz="2850" u="none" cap="none" strike="noStrike">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b="0" i="0" sz="2950" u="none" cap="none" strike="noStrike">
              <a:solidFill>
                <a:schemeClr val="dk1"/>
              </a:solidFill>
              <a:latin typeface="Times New Roman"/>
              <a:ea typeface="Times New Roman"/>
              <a:cs typeface="Times New Roman"/>
              <a:sym typeface="Times New Roman"/>
            </a:endParaRPr>
          </a:p>
        </p:txBody>
      </p:sp>
      <p:pic>
        <p:nvPicPr>
          <p:cNvPr descr="A diagram of a cloudflare tunnel&#10;&#10;AI-generated content may be incorrect." id="180" name="Google Shape;180;p1"/>
          <p:cNvPicPr preferRelativeResize="0"/>
          <p:nvPr/>
        </p:nvPicPr>
        <p:blipFill rotWithShape="1">
          <a:blip r:embed="rId9">
            <a:alphaModFix/>
          </a:blip>
          <a:srcRect b="0" l="0" r="0" t="0"/>
          <a:stretch/>
        </p:blipFill>
        <p:spPr>
          <a:xfrm>
            <a:off x="3634420" y="21595601"/>
            <a:ext cx="3662237" cy="357879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1_Custom Design">
  <a:themeElements>
    <a:clrScheme name="1_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ustom Design">
  <a:themeElements>
    <a:clrScheme name="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2_Custom Design">
  <a:themeElements>
    <a:clrScheme name="2_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2005-05-18T01:24:28Z</dcterms:created>
  <dc:creator>A. Kotoulas</dc:creator>
</cp:coreProperties>
</file>